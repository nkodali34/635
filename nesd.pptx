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78" r:id="rId5"/>
    <p:sldId id="272" r:id="rId6"/>
    <p:sldId id="282" r:id="rId7"/>
    <p:sldId id="283" r:id="rId8"/>
    <p:sldId id="279" r:id="rId9"/>
    <p:sldId id="273" r:id="rId10"/>
    <p:sldId id="275" r:id="rId11"/>
    <p:sldId id="281" r:id="rId12"/>
    <p:sldId id="276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1"/>
  </p:normalViewPr>
  <p:slideViewPr>
    <p:cSldViewPr snapToGrid="0">
      <p:cViewPr varScale="1">
        <p:scale>
          <a:sx n="78" d="100"/>
          <a:sy n="78" d="100"/>
        </p:scale>
        <p:origin x="110" y="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6" Type="http://schemas.openxmlformats.org/officeDocument/2006/relationships/image" Target="../media/image45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6" Type="http://schemas.openxmlformats.org/officeDocument/2006/relationships/image" Target="../media/image45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E14DE-8BFF-4355-A0C6-B7E56319AFE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3ECF55-45BB-4A76-BBDF-250CD6FA92D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Current Issues &amp; Our Solution</a:t>
          </a:r>
          <a:endParaRPr lang="en-US"/>
        </a:p>
      </dgm:t>
    </dgm:pt>
    <dgm:pt modelId="{AA549711-FC33-494C-946A-27619504F7A4}" type="parTrans" cxnId="{914F43C8-382A-4255-9B23-1BC9321753D0}">
      <dgm:prSet/>
      <dgm:spPr/>
      <dgm:t>
        <a:bodyPr/>
        <a:lstStyle/>
        <a:p>
          <a:endParaRPr lang="en-US"/>
        </a:p>
      </dgm:t>
    </dgm:pt>
    <dgm:pt modelId="{27D2519F-F195-4793-ADD8-CBB958745CAB}" type="sibTrans" cxnId="{914F43C8-382A-4255-9B23-1BC9321753D0}">
      <dgm:prSet/>
      <dgm:spPr/>
      <dgm:t>
        <a:bodyPr/>
        <a:lstStyle/>
        <a:p>
          <a:endParaRPr lang="en-US"/>
        </a:p>
      </dgm:t>
    </dgm:pt>
    <dgm:pt modelId="{EBD62117-5F1D-4374-AC1D-BD226FD74DE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No visitor identification &gt;&gt; Real-time face recognition</a:t>
          </a:r>
        </a:p>
      </dgm:t>
    </dgm:pt>
    <dgm:pt modelId="{6A54F2EA-DE0A-4E04-8DF2-9745BBED676F}" type="parTrans" cxnId="{9449DF73-1BEF-4D53-9A14-1335A342C418}">
      <dgm:prSet/>
      <dgm:spPr/>
      <dgm:t>
        <a:bodyPr/>
        <a:lstStyle/>
        <a:p>
          <a:endParaRPr lang="en-US"/>
        </a:p>
      </dgm:t>
    </dgm:pt>
    <dgm:pt modelId="{7EF667F1-B758-49FD-9C90-A19A88C2A74E}" type="sibTrans" cxnId="{9449DF73-1BEF-4D53-9A14-1335A342C418}">
      <dgm:prSet/>
      <dgm:spPr/>
      <dgm:t>
        <a:bodyPr/>
        <a:lstStyle/>
        <a:p>
          <a:endParaRPr lang="en-US"/>
        </a:p>
      </dgm:t>
    </dgm:pt>
    <dgm:pt modelId="{55E0AB99-EE57-4748-8EE4-2C09CC6FBF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Security concerns &gt;&gt; Edge processing (privacy)</a:t>
          </a:r>
        </a:p>
      </dgm:t>
    </dgm:pt>
    <dgm:pt modelId="{99B2BAAF-AAE0-42CB-905B-FC4F59E986AD}" type="parTrans" cxnId="{4E909761-5B27-4202-880D-AF15B9B82D9E}">
      <dgm:prSet/>
      <dgm:spPr/>
      <dgm:t>
        <a:bodyPr/>
        <a:lstStyle/>
        <a:p>
          <a:endParaRPr lang="en-US"/>
        </a:p>
      </dgm:t>
    </dgm:pt>
    <dgm:pt modelId="{B6157445-3657-4BCA-A1EA-31D401140229}" type="sibTrans" cxnId="{4E909761-5B27-4202-880D-AF15B9B82D9E}">
      <dgm:prSet/>
      <dgm:spPr/>
      <dgm:t>
        <a:bodyPr/>
        <a:lstStyle/>
        <a:p>
          <a:endParaRPr lang="en-US"/>
        </a:p>
      </dgm:t>
    </dgm:pt>
    <dgm:pt modelId="{638697C0-B786-4154-92D4-F73660D24B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Cloud dependency &gt;&gt;  Instant identification</a:t>
          </a:r>
        </a:p>
      </dgm:t>
    </dgm:pt>
    <dgm:pt modelId="{8025C95E-84DC-42E0-AF5E-FF515926C4E8}" type="parTrans" cxnId="{B70602CA-82F4-44B1-A434-3E025DEBCD99}">
      <dgm:prSet/>
      <dgm:spPr/>
      <dgm:t>
        <a:bodyPr/>
        <a:lstStyle/>
        <a:p>
          <a:endParaRPr lang="en-US"/>
        </a:p>
      </dgm:t>
    </dgm:pt>
    <dgm:pt modelId="{C809C402-E964-4D6D-9B35-602D34B0CAD9}" type="sibTrans" cxnId="{B70602CA-82F4-44B1-A434-3E025DEBCD99}">
      <dgm:prSet/>
      <dgm:spPr/>
      <dgm:t>
        <a:bodyPr/>
        <a:lstStyle/>
        <a:p>
          <a:endParaRPr lang="en-US"/>
        </a:p>
      </dgm:t>
    </dgm:pt>
    <dgm:pt modelId="{D90612FB-8C73-4361-961F-EA26E75C3DEC}" type="pres">
      <dgm:prSet presAssocID="{0F4E14DE-8BFF-4355-A0C6-B7E56319AFEE}" presName="root" presStyleCnt="0">
        <dgm:presLayoutVars>
          <dgm:dir/>
          <dgm:resizeHandles val="exact"/>
        </dgm:presLayoutVars>
      </dgm:prSet>
      <dgm:spPr/>
    </dgm:pt>
    <dgm:pt modelId="{076C117C-43E6-46B2-88FC-7F5B71A01F26}" type="pres">
      <dgm:prSet presAssocID="{153ECF55-45BB-4A76-BBDF-250CD6FA92DB}" presName="compNode" presStyleCnt="0"/>
      <dgm:spPr/>
    </dgm:pt>
    <dgm:pt modelId="{6BF82F3B-0BA7-417A-8D77-ABE6C8901E70}" type="pres">
      <dgm:prSet presAssocID="{153ECF55-45BB-4A76-BBDF-250CD6FA92DB}" presName="iconBgRect" presStyleLbl="bgShp" presStyleIdx="0" presStyleCnt="4"/>
      <dgm:spPr/>
    </dgm:pt>
    <dgm:pt modelId="{B55D0F6D-6657-426E-85AC-67040A6E4D0E}" type="pres">
      <dgm:prSet presAssocID="{153ECF55-45BB-4A76-BBDF-250CD6FA92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F69A0AC-FE85-4BA2-9CC6-6AAD35D8F692}" type="pres">
      <dgm:prSet presAssocID="{153ECF55-45BB-4A76-BBDF-250CD6FA92DB}" presName="spaceRect" presStyleCnt="0"/>
      <dgm:spPr/>
    </dgm:pt>
    <dgm:pt modelId="{DC633AE0-9448-4C3A-8E21-0C9C2777D36E}" type="pres">
      <dgm:prSet presAssocID="{153ECF55-45BB-4A76-BBDF-250CD6FA92DB}" presName="textRect" presStyleLbl="revTx" presStyleIdx="0" presStyleCnt="4">
        <dgm:presLayoutVars>
          <dgm:chMax val="1"/>
          <dgm:chPref val="1"/>
        </dgm:presLayoutVars>
      </dgm:prSet>
      <dgm:spPr/>
    </dgm:pt>
    <dgm:pt modelId="{703DFB7D-70BF-4ED2-B1A7-1F89C1E7A471}" type="pres">
      <dgm:prSet presAssocID="{27D2519F-F195-4793-ADD8-CBB958745CAB}" presName="sibTrans" presStyleCnt="0"/>
      <dgm:spPr/>
    </dgm:pt>
    <dgm:pt modelId="{2FC250BF-C58D-4F8E-AF25-CD4C7AFE5881}" type="pres">
      <dgm:prSet presAssocID="{EBD62117-5F1D-4374-AC1D-BD226FD74DEB}" presName="compNode" presStyleCnt="0"/>
      <dgm:spPr/>
    </dgm:pt>
    <dgm:pt modelId="{CACF8B70-7423-4D4C-A2DD-D13154BE4B29}" type="pres">
      <dgm:prSet presAssocID="{EBD62117-5F1D-4374-AC1D-BD226FD74DEB}" presName="iconBgRect" presStyleLbl="bgShp" presStyleIdx="1" presStyleCnt="4"/>
      <dgm:spPr/>
    </dgm:pt>
    <dgm:pt modelId="{BC03D9B5-C502-4D1C-84D0-6DA3FCFC54EC}" type="pres">
      <dgm:prSet presAssocID="{EBD62117-5F1D-4374-AC1D-BD226FD74D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9B3B727-CD73-4D34-A675-33A16DF9E81D}" type="pres">
      <dgm:prSet presAssocID="{EBD62117-5F1D-4374-AC1D-BD226FD74DEB}" presName="spaceRect" presStyleCnt="0"/>
      <dgm:spPr/>
    </dgm:pt>
    <dgm:pt modelId="{56FE0F7B-675F-4F3A-A8A0-5A9E05C6D836}" type="pres">
      <dgm:prSet presAssocID="{EBD62117-5F1D-4374-AC1D-BD226FD74DEB}" presName="textRect" presStyleLbl="revTx" presStyleIdx="1" presStyleCnt="4">
        <dgm:presLayoutVars>
          <dgm:chMax val="1"/>
          <dgm:chPref val="1"/>
        </dgm:presLayoutVars>
      </dgm:prSet>
      <dgm:spPr/>
    </dgm:pt>
    <dgm:pt modelId="{AE38D48D-C712-45D7-A5AA-1D1E714FC43E}" type="pres">
      <dgm:prSet presAssocID="{7EF667F1-B758-49FD-9C90-A19A88C2A74E}" presName="sibTrans" presStyleCnt="0"/>
      <dgm:spPr/>
    </dgm:pt>
    <dgm:pt modelId="{5DEC2624-ADC7-46C8-B143-4F40F2C6EC87}" type="pres">
      <dgm:prSet presAssocID="{55E0AB99-EE57-4748-8EE4-2C09CC6FBFE0}" presName="compNode" presStyleCnt="0"/>
      <dgm:spPr/>
    </dgm:pt>
    <dgm:pt modelId="{398B0B43-A5AB-46D2-BE89-6D5C438A025A}" type="pres">
      <dgm:prSet presAssocID="{55E0AB99-EE57-4748-8EE4-2C09CC6FBFE0}" presName="iconBgRect" presStyleLbl="bgShp" presStyleIdx="2" presStyleCnt="4"/>
      <dgm:spPr/>
    </dgm:pt>
    <dgm:pt modelId="{20C55A57-18E1-4066-BC5B-75F9373A290A}" type="pres">
      <dgm:prSet presAssocID="{55E0AB99-EE57-4748-8EE4-2C09CC6FBF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D91046B4-E476-420F-8B01-7A21D7E887A6}" type="pres">
      <dgm:prSet presAssocID="{55E0AB99-EE57-4748-8EE4-2C09CC6FBFE0}" presName="spaceRect" presStyleCnt="0"/>
      <dgm:spPr/>
    </dgm:pt>
    <dgm:pt modelId="{AE6659AB-8D73-4B3C-A6EF-80DAF7221EFC}" type="pres">
      <dgm:prSet presAssocID="{55E0AB99-EE57-4748-8EE4-2C09CC6FBFE0}" presName="textRect" presStyleLbl="revTx" presStyleIdx="2" presStyleCnt="4">
        <dgm:presLayoutVars>
          <dgm:chMax val="1"/>
          <dgm:chPref val="1"/>
        </dgm:presLayoutVars>
      </dgm:prSet>
      <dgm:spPr/>
    </dgm:pt>
    <dgm:pt modelId="{B3CC042B-EF98-4E0B-BF0F-8268F4C9D66F}" type="pres">
      <dgm:prSet presAssocID="{B6157445-3657-4BCA-A1EA-31D401140229}" presName="sibTrans" presStyleCnt="0"/>
      <dgm:spPr/>
    </dgm:pt>
    <dgm:pt modelId="{C1CB1A9B-B326-4F1A-8A23-6A881FFC66FF}" type="pres">
      <dgm:prSet presAssocID="{638697C0-B786-4154-92D4-F73660D24BE6}" presName="compNode" presStyleCnt="0"/>
      <dgm:spPr/>
    </dgm:pt>
    <dgm:pt modelId="{66F999E3-700F-4985-83BB-33C61A5FE24C}" type="pres">
      <dgm:prSet presAssocID="{638697C0-B786-4154-92D4-F73660D24BE6}" presName="iconBgRect" presStyleLbl="bgShp" presStyleIdx="3" presStyleCnt="4"/>
      <dgm:spPr/>
    </dgm:pt>
    <dgm:pt modelId="{D392B1AF-8127-416F-A136-FDCA0527A7DD}" type="pres">
      <dgm:prSet presAssocID="{638697C0-B786-4154-92D4-F73660D24B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B8BD195-FEE3-453A-9518-C5D32E8D537E}" type="pres">
      <dgm:prSet presAssocID="{638697C0-B786-4154-92D4-F73660D24BE6}" presName="spaceRect" presStyleCnt="0"/>
      <dgm:spPr/>
    </dgm:pt>
    <dgm:pt modelId="{B5BE0EA9-53D6-4962-8AB2-B13A4FBF81EB}" type="pres">
      <dgm:prSet presAssocID="{638697C0-B786-4154-92D4-F73660D24B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C7B60E-94D6-4643-9247-4D64686B44A1}" type="presOf" srcId="{153ECF55-45BB-4A76-BBDF-250CD6FA92DB}" destId="{DC633AE0-9448-4C3A-8E21-0C9C2777D36E}" srcOrd="0" destOrd="0" presId="urn:microsoft.com/office/officeart/2018/5/layout/IconCircleLabelList"/>
    <dgm:cxn modelId="{F4B6B834-FB91-4A1E-84EA-BBFBDB54FB97}" type="presOf" srcId="{638697C0-B786-4154-92D4-F73660D24BE6}" destId="{B5BE0EA9-53D6-4962-8AB2-B13A4FBF81EB}" srcOrd="0" destOrd="0" presId="urn:microsoft.com/office/officeart/2018/5/layout/IconCircleLabelList"/>
    <dgm:cxn modelId="{4E909761-5B27-4202-880D-AF15B9B82D9E}" srcId="{0F4E14DE-8BFF-4355-A0C6-B7E56319AFEE}" destId="{55E0AB99-EE57-4748-8EE4-2C09CC6FBFE0}" srcOrd="2" destOrd="0" parTransId="{99B2BAAF-AAE0-42CB-905B-FC4F59E986AD}" sibTransId="{B6157445-3657-4BCA-A1EA-31D401140229}"/>
    <dgm:cxn modelId="{9449DF73-1BEF-4D53-9A14-1335A342C418}" srcId="{0F4E14DE-8BFF-4355-A0C6-B7E56319AFEE}" destId="{EBD62117-5F1D-4374-AC1D-BD226FD74DEB}" srcOrd="1" destOrd="0" parTransId="{6A54F2EA-DE0A-4E04-8DF2-9745BBED676F}" sibTransId="{7EF667F1-B758-49FD-9C90-A19A88C2A74E}"/>
    <dgm:cxn modelId="{3DF69156-F8A5-4EDE-AF42-02E4B2D88CDA}" type="presOf" srcId="{0F4E14DE-8BFF-4355-A0C6-B7E56319AFEE}" destId="{D90612FB-8C73-4361-961F-EA26E75C3DEC}" srcOrd="0" destOrd="0" presId="urn:microsoft.com/office/officeart/2018/5/layout/IconCircleLabelList"/>
    <dgm:cxn modelId="{914F43C8-382A-4255-9B23-1BC9321753D0}" srcId="{0F4E14DE-8BFF-4355-A0C6-B7E56319AFEE}" destId="{153ECF55-45BB-4A76-BBDF-250CD6FA92DB}" srcOrd="0" destOrd="0" parTransId="{AA549711-FC33-494C-946A-27619504F7A4}" sibTransId="{27D2519F-F195-4793-ADD8-CBB958745CAB}"/>
    <dgm:cxn modelId="{108AE7C8-6739-4F69-B06D-41F18CFEA5C2}" type="presOf" srcId="{55E0AB99-EE57-4748-8EE4-2C09CC6FBFE0}" destId="{AE6659AB-8D73-4B3C-A6EF-80DAF7221EFC}" srcOrd="0" destOrd="0" presId="urn:microsoft.com/office/officeart/2018/5/layout/IconCircleLabelList"/>
    <dgm:cxn modelId="{B70602CA-82F4-44B1-A434-3E025DEBCD99}" srcId="{0F4E14DE-8BFF-4355-A0C6-B7E56319AFEE}" destId="{638697C0-B786-4154-92D4-F73660D24BE6}" srcOrd="3" destOrd="0" parTransId="{8025C95E-84DC-42E0-AF5E-FF515926C4E8}" sibTransId="{C809C402-E964-4D6D-9B35-602D34B0CAD9}"/>
    <dgm:cxn modelId="{D7A40DCD-AE36-4A6B-8A43-4E16B93A8F10}" type="presOf" srcId="{EBD62117-5F1D-4374-AC1D-BD226FD74DEB}" destId="{56FE0F7B-675F-4F3A-A8A0-5A9E05C6D836}" srcOrd="0" destOrd="0" presId="urn:microsoft.com/office/officeart/2018/5/layout/IconCircleLabelList"/>
    <dgm:cxn modelId="{668263C7-9296-4BF2-8B22-39741904D931}" type="presParOf" srcId="{D90612FB-8C73-4361-961F-EA26E75C3DEC}" destId="{076C117C-43E6-46B2-88FC-7F5B71A01F26}" srcOrd="0" destOrd="0" presId="urn:microsoft.com/office/officeart/2018/5/layout/IconCircleLabelList"/>
    <dgm:cxn modelId="{EDB314C3-86CC-454B-AC40-EFAAC183C4BC}" type="presParOf" srcId="{076C117C-43E6-46B2-88FC-7F5B71A01F26}" destId="{6BF82F3B-0BA7-417A-8D77-ABE6C8901E70}" srcOrd="0" destOrd="0" presId="urn:microsoft.com/office/officeart/2018/5/layout/IconCircleLabelList"/>
    <dgm:cxn modelId="{076ECF55-FFE1-4EBF-85EB-BB6A1BA68C93}" type="presParOf" srcId="{076C117C-43E6-46B2-88FC-7F5B71A01F26}" destId="{B55D0F6D-6657-426E-85AC-67040A6E4D0E}" srcOrd="1" destOrd="0" presId="urn:microsoft.com/office/officeart/2018/5/layout/IconCircleLabelList"/>
    <dgm:cxn modelId="{D745FC89-4388-4160-BD63-7B8D317B9D72}" type="presParOf" srcId="{076C117C-43E6-46B2-88FC-7F5B71A01F26}" destId="{AF69A0AC-FE85-4BA2-9CC6-6AAD35D8F692}" srcOrd="2" destOrd="0" presId="urn:microsoft.com/office/officeart/2018/5/layout/IconCircleLabelList"/>
    <dgm:cxn modelId="{75F2CDA7-E914-4E4B-AB13-DF079CE07313}" type="presParOf" srcId="{076C117C-43E6-46B2-88FC-7F5B71A01F26}" destId="{DC633AE0-9448-4C3A-8E21-0C9C2777D36E}" srcOrd="3" destOrd="0" presId="urn:microsoft.com/office/officeart/2018/5/layout/IconCircleLabelList"/>
    <dgm:cxn modelId="{94B78422-2B7C-47AC-A5C3-D036190CC6CD}" type="presParOf" srcId="{D90612FB-8C73-4361-961F-EA26E75C3DEC}" destId="{703DFB7D-70BF-4ED2-B1A7-1F89C1E7A471}" srcOrd="1" destOrd="0" presId="urn:microsoft.com/office/officeart/2018/5/layout/IconCircleLabelList"/>
    <dgm:cxn modelId="{932DE69E-D0D5-4A34-BC0D-B3EC3D7BFDF6}" type="presParOf" srcId="{D90612FB-8C73-4361-961F-EA26E75C3DEC}" destId="{2FC250BF-C58D-4F8E-AF25-CD4C7AFE5881}" srcOrd="2" destOrd="0" presId="urn:microsoft.com/office/officeart/2018/5/layout/IconCircleLabelList"/>
    <dgm:cxn modelId="{D3079FCA-5260-49CF-A840-3CEA4029CB25}" type="presParOf" srcId="{2FC250BF-C58D-4F8E-AF25-CD4C7AFE5881}" destId="{CACF8B70-7423-4D4C-A2DD-D13154BE4B29}" srcOrd="0" destOrd="0" presId="urn:microsoft.com/office/officeart/2018/5/layout/IconCircleLabelList"/>
    <dgm:cxn modelId="{26C2BCCF-59A1-4E44-963A-694B1206CE5A}" type="presParOf" srcId="{2FC250BF-C58D-4F8E-AF25-CD4C7AFE5881}" destId="{BC03D9B5-C502-4D1C-84D0-6DA3FCFC54EC}" srcOrd="1" destOrd="0" presId="urn:microsoft.com/office/officeart/2018/5/layout/IconCircleLabelList"/>
    <dgm:cxn modelId="{13A105C6-6581-4483-8C7C-B53D2AA8DCB7}" type="presParOf" srcId="{2FC250BF-C58D-4F8E-AF25-CD4C7AFE5881}" destId="{89B3B727-CD73-4D34-A675-33A16DF9E81D}" srcOrd="2" destOrd="0" presId="urn:microsoft.com/office/officeart/2018/5/layout/IconCircleLabelList"/>
    <dgm:cxn modelId="{145935BF-C721-4AB1-AA40-9425C6C8228D}" type="presParOf" srcId="{2FC250BF-C58D-4F8E-AF25-CD4C7AFE5881}" destId="{56FE0F7B-675F-4F3A-A8A0-5A9E05C6D836}" srcOrd="3" destOrd="0" presId="urn:microsoft.com/office/officeart/2018/5/layout/IconCircleLabelList"/>
    <dgm:cxn modelId="{CAC82D3A-A434-49D1-A6E6-42549C6FDF5D}" type="presParOf" srcId="{D90612FB-8C73-4361-961F-EA26E75C3DEC}" destId="{AE38D48D-C712-45D7-A5AA-1D1E714FC43E}" srcOrd="3" destOrd="0" presId="urn:microsoft.com/office/officeart/2018/5/layout/IconCircleLabelList"/>
    <dgm:cxn modelId="{51547FD1-D862-4F76-BDC6-5373A45F3F3E}" type="presParOf" srcId="{D90612FB-8C73-4361-961F-EA26E75C3DEC}" destId="{5DEC2624-ADC7-46C8-B143-4F40F2C6EC87}" srcOrd="4" destOrd="0" presId="urn:microsoft.com/office/officeart/2018/5/layout/IconCircleLabelList"/>
    <dgm:cxn modelId="{B8AC23ED-AC0A-4C66-AEA1-DAF3B3AD2277}" type="presParOf" srcId="{5DEC2624-ADC7-46C8-B143-4F40F2C6EC87}" destId="{398B0B43-A5AB-46D2-BE89-6D5C438A025A}" srcOrd="0" destOrd="0" presId="urn:microsoft.com/office/officeart/2018/5/layout/IconCircleLabelList"/>
    <dgm:cxn modelId="{2D492D9E-80D0-4DA7-AC35-61C886DDDB03}" type="presParOf" srcId="{5DEC2624-ADC7-46C8-B143-4F40F2C6EC87}" destId="{20C55A57-18E1-4066-BC5B-75F9373A290A}" srcOrd="1" destOrd="0" presId="urn:microsoft.com/office/officeart/2018/5/layout/IconCircleLabelList"/>
    <dgm:cxn modelId="{4320C1A2-EE6B-4CE9-AFF2-06686860EE66}" type="presParOf" srcId="{5DEC2624-ADC7-46C8-B143-4F40F2C6EC87}" destId="{D91046B4-E476-420F-8B01-7A21D7E887A6}" srcOrd="2" destOrd="0" presId="urn:microsoft.com/office/officeart/2018/5/layout/IconCircleLabelList"/>
    <dgm:cxn modelId="{B85347D5-6323-4DC3-A5E9-A4F6B98CAAF3}" type="presParOf" srcId="{5DEC2624-ADC7-46C8-B143-4F40F2C6EC87}" destId="{AE6659AB-8D73-4B3C-A6EF-80DAF7221EFC}" srcOrd="3" destOrd="0" presId="urn:microsoft.com/office/officeart/2018/5/layout/IconCircleLabelList"/>
    <dgm:cxn modelId="{8E729925-E769-4631-87A0-F9469849FD79}" type="presParOf" srcId="{D90612FB-8C73-4361-961F-EA26E75C3DEC}" destId="{B3CC042B-EF98-4E0B-BF0F-8268F4C9D66F}" srcOrd="5" destOrd="0" presId="urn:microsoft.com/office/officeart/2018/5/layout/IconCircleLabelList"/>
    <dgm:cxn modelId="{B95D1973-2187-4F24-B00C-E3F7BA4827E8}" type="presParOf" srcId="{D90612FB-8C73-4361-961F-EA26E75C3DEC}" destId="{C1CB1A9B-B326-4F1A-8A23-6A881FFC66FF}" srcOrd="6" destOrd="0" presId="urn:microsoft.com/office/officeart/2018/5/layout/IconCircleLabelList"/>
    <dgm:cxn modelId="{B3F5388B-CBF7-4BDB-9C01-06ED9BB0C13B}" type="presParOf" srcId="{C1CB1A9B-B326-4F1A-8A23-6A881FFC66FF}" destId="{66F999E3-700F-4985-83BB-33C61A5FE24C}" srcOrd="0" destOrd="0" presId="urn:microsoft.com/office/officeart/2018/5/layout/IconCircleLabelList"/>
    <dgm:cxn modelId="{A4F2BFB0-8CE5-493E-9B9C-4FB80028A26C}" type="presParOf" srcId="{C1CB1A9B-B326-4F1A-8A23-6A881FFC66FF}" destId="{D392B1AF-8127-416F-A136-FDCA0527A7DD}" srcOrd="1" destOrd="0" presId="urn:microsoft.com/office/officeart/2018/5/layout/IconCircleLabelList"/>
    <dgm:cxn modelId="{4731ED0F-C739-42D4-A596-D4545FB811AF}" type="presParOf" srcId="{C1CB1A9B-B326-4F1A-8A23-6A881FFC66FF}" destId="{FB8BD195-FEE3-453A-9518-C5D32E8D537E}" srcOrd="2" destOrd="0" presId="urn:microsoft.com/office/officeart/2018/5/layout/IconCircleLabelList"/>
    <dgm:cxn modelId="{FFB4B538-B4E9-4917-9A40-1F9AD6F0B488}" type="presParOf" srcId="{C1CB1A9B-B326-4F1A-8A23-6A881FFC66FF}" destId="{B5BE0EA9-53D6-4962-8AB2-B13A4FBF81E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BA01EC-BDFC-4D8F-BC0D-D356B263A7B8}" type="doc">
      <dgm:prSet loTypeId="urn:microsoft.com/office/officeart/2005/8/layout/bProcess2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C428FB0-52F2-42AA-8B56-7BA10DDDBC45}">
      <dgm:prSet/>
      <dgm:spPr/>
      <dgm:t>
        <a:bodyPr/>
        <a:lstStyle/>
        <a:p>
          <a:r>
            <a:rPr lang="en-US" b="1"/>
            <a:t>Edge Deployment</a:t>
          </a:r>
          <a:endParaRPr lang="en-US"/>
        </a:p>
      </dgm:t>
    </dgm:pt>
    <dgm:pt modelId="{2861BDA8-4EBE-4FE2-9D68-32DA74CD9869}" type="parTrans" cxnId="{EC53963F-A87B-4876-9EE8-EAC09E7EBF27}">
      <dgm:prSet/>
      <dgm:spPr/>
      <dgm:t>
        <a:bodyPr/>
        <a:lstStyle/>
        <a:p>
          <a:endParaRPr lang="en-US"/>
        </a:p>
      </dgm:t>
    </dgm:pt>
    <dgm:pt modelId="{53FD6534-B98B-45A9-B481-33EA80B3CDC7}" type="sibTrans" cxnId="{EC53963F-A87B-4876-9EE8-EAC09E7EBF27}">
      <dgm:prSet/>
      <dgm:spPr/>
      <dgm:t>
        <a:bodyPr/>
        <a:lstStyle/>
        <a:p>
          <a:endParaRPr lang="en-US"/>
        </a:p>
      </dgm:t>
    </dgm:pt>
    <dgm:pt modelId="{8243665A-8528-4691-8180-07A523E2879D}">
      <dgm:prSet/>
      <dgm:spPr/>
      <dgm:t>
        <a:bodyPr/>
        <a:lstStyle/>
        <a:p>
          <a:r>
            <a:rPr lang="en-US"/>
            <a:t>Run ML inference directly on Raspberry Pi</a:t>
          </a:r>
        </a:p>
      </dgm:t>
    </dgm:pt>
    <dgm:pt modelId="{BEAA94B9-9093-4295-AFF3-D3E6289525F6}" type="parTrans" cxnId="{C9560211-21CA-4628-8C3E-3E935114F7AA}">
      <dgm:prSet/>
      <dgm:spPr/>
      <dgm:t>
        <a:bodyPr/>
        <a:lstStyle/>
        <a:p>
          <a:endParaRPr lang="en-US"/>
        </a:p>
      </dgm:t>
    </dgm:pt>
    <dgm:pt modelId="{5A038A22-8CB6-4380-B005-E225D0FCC713}" type="sibTrans" cxnId="{C9560211-21CA-4628-8C3E-3E935114F7AA}">
      <dgm:prSet/>
      <dgm:spPr/>
      <dgm:t>
        <a:bodyPr/>
        <a:lstStyle/>
        <a:p>
          <a:endParaRPr lang="en-US"/>
        </a:p>
      </dgm:t>
    </dgm:pt>
    <dgm:pt modelId="{F1F84212-210A-4AFC-B94B-1126D2EB4092}">
      <dgm:prSet/>
      <dgm:spPr/>
      <dgm:t>
        <a:bodyPr/>
        <a:lstStyle/>
        <a:p>
          <a:r>
            <a:rPr lang="en-US" b="1"/>
            <a:t>Face Recognition</a:t>
          </a:r>
          <a:endParaRPr lang="en-US"/>
        </a:p>
      </dgm:t>
    </dgm:pt>
    <dgm:pt modelId="{63D9BFA8-F092-4613-A386-6BB2E0F37D8B}" type="parTrans" cxnId="{859DC8E8-144B-4DE4-8473-9C50A84E2A99}">
      <dgm:prSet/>
      <dgm:spPr/>
      <dgm:t>
        <a:bodyPr/>
        <a:lstStyle/>
        <a:p>
          <a:endParaRPr lang="en-US"/>
        </a:p>
      </dgm:t>
    </dgm:pt>
    <dgm:pt modelId="{9063B8E1-B753-47C6-8D36-A94630567D16}" type="sibTrans" cxnId="{859DC8E8-144B-4DE4-8473-9C50A84E2A99}">
      <dgm:prSet/>
      <dgm:spPr/>
      <dgm:t>
        <a:bodyPr/>
        <a:lstStyle/>
        <a:p>
          <a:endParaRPr lang="en-US"/>
        </a:p>
      </dgm:t>
    </dgm:pt>
    <dgm:pt modelId="{2616EE1B-EFDE-4C3A-894E-8712155A6679}">
      <dgm:prSet/>
      <dgm:spPr/>
      <dgm:t>
        <a:bodyPr/>
        <a:lstStyle/>
        <a:p>
          <a:r>
            <a:rPr lang="en-US"/>
            <a:t>Identify known vs unknown visitors</a:t>
          </a:r>
        </a:p>
      </dgm:t>
    </dgm:pt>
    <dgm:pt modelId="{13252A96-B371-4B46-B9E2-C55487262537}" type="parTrans" cxnId="{EFB70B77-4CB8-4D8F-B9B2-685BE234DFF3}">
      <dgm:prSet/>
      <dgm:spPr/>
      <dgm:t>
        <a:bodyPr/>
        <a:lstStyle/>
        <a:p>
          <a:endParaRPr lang="en-US"/>
        </a:p>
      </dgm:t>
    </dgm:pt>
    <dgm:pt modelId="{2242BC24-4499-4F1F-AC86-C9D26501669F}" type="sibTrans" cxnId="{EFB70B77-4CB8-4D8F-B9B2-685BE234DFF3}">
      <dgm:prSet/>
      <dgm:spPr/>
      <dgm:t>
        <a:bodyPr/>
        <a:lstStyle/>
        <a:p>
          <a:endParaRPr lang="en-US"/>
        </a:p>
      </dgm:t>
    </dgm:pt>
    <dgm:pt modelId="{6B5A26C0-DDB7-4659-A3C1-56F92B9C679E}">
      <dgm:prSet/>
      <dgm:spPr/>
      <dgm:t>
        <a:bodyPr/>
        <a:lstStyle/>
        <a:p>
          <a:r>
            <a:rPr lang="en-US" b="1"/>
            <a:t>Real-Time</a:t>
          </a:r>
          <a:endParaRPr lang="en-US"/>
        </a:p>
      </dgm:t>
    </dgm:pt>
    <dgm:pt modelId="{707B41A4-213F-4A83-924C-E8483B865894}" type="parTrans" cxnId="{F6AEAE1F-67AC-4ED2-8CF4-C77056713D6D}">
      <dgm:prSet/>
      <dgm:spPr/>
      <dgm:t>
        <a:bodyPr/>
        <a:lstStyle/>
        <a:p>
          <a:endParaRPr lang="en-US"/>
        </a:p>
      </dgm:t>
    </dgm:pt>
    <dgm:pt modelId="{CCB3DF62-6FE6-4BFD-83C4-DB9DAAADE98B}" type="sibTrans" cxnId="{F6AEAE1F-67AC-4ED2-8CF4-C77056713D6D}">
      <dgm:prSet/>
      <dgm:spPr/>
      <dgm:t>
        <a:bodyPr/>
        <a:lstStyle/>
        <a:p>
          <a:endParaRPr lang="en-US"/>
        </a:p>
      </dgm:t>
    </dgm:pt>
    <dgm:pt modelId="{614B6B2E-2A29-418E-9972-4031E225F3F3}">
      <dgm:prSet/>
      <dgm:spPr/>
      <dgm:t>
        <a:bodyPr/>
        <a:lstStyle/>
        <a:p>
          <a:r>
            <a:rPr lang="en-US"/>
            <a:t>Instant detection and classification</a:t>
          </a:r>
        </a:p>
      </dgm:t>
    </dgm:pt>
    <dgm:pt modelId="{79E08408-BB32-406D-8F64-21AA608E3BD4}" type="parTrans" cxnId="{968E7AC1-0E1C-409E-93BD-B3CA299F3078}">
      <dgm:prSet/>
      <dgm:spPr/>
      <dgm:t>
        <a:bodyPr/>
        <a:lstStyle/>
        <a:p>
          <a:endParaRPr lang="en-US"/>
        </a:p>
      </dgm:t>
    </dgm:pt>
    <dgm:pt modelId="{F62007DA-7B49-4064-963D-3E2300783AB9}" type="sibTrans" cxnId="{968E7AC1-0E1C-409E-93BD-B3CA299F3078}">
      <dgm:prSet/>
      <dgm:spPr/>
      <dgm:t>
        <a:bodyPr/>
        <a:lstStyle/>
        <a:p>
          <a:endParaRPr lang="en-US"/>
        </a:p>
      </dgm:t>
    </dgm:pt>
    <dgm:pt modelId="{BD6A9EF1-C9E4-8F4E-98B2-63CAAAEA77FA}" type="pres">
      <dgm:prSet presAssocID="{34BA01EC-BDFC-4D8F-BC0D-D356B263A7B8}" presName="diagram" presStyleCnt="0">
        <dgm:presLayoutVars>
          <dgm:dir/>
          <dgm:resizeHandles/>
        </dgm:presLayoutVars>
      </dgm:prSet>
      <dgm:spPr/>
    </dgm:pt>
    <dgm:pt modelId="{39A7C2DB-7332-F843-B570-A8C5D4E8CD9F}" type="pres">
      <dgm:prSet presAssocID="{3C428FB0-52F2-42AA-8B56-7BA10DDDBC45}" presName="firstNode" presStyleLbl="node1" presStyleIdx="0" presStyleCnt="6">
        <dgm:presLayoutVars>
          <dgm:bulletEnabled val="1"/>
        </dgm:presLayoutVars>
      </dgm:prSet>
      <dgm:spPr/>
    </dgm:pt>
    <dgm:pt modelId="{E6991DA6-6F7B-1847-9435-9277FCBE9E81}" type="pres">
      <dgm:prSet presAssocID="{53FD6534-B98B-45A9-B481-33EA80B3CDC7}" presName="sibTrans" presStyleLbl="sibTrans2D1" presStyleIdx="0" presStyleCnt="5"/>
      <dgm:spPr/>
    </dgm:pt>
    <dgm:pt modelId="{3C536CC4-97A4-C243-8CFD-235F26A3B124}" type="pres">
      <dgm:prSet presAssocID="{8243665A-8528-4691-8180-07A523E2879D}" presName="middleNode" presStyleCnt="0"/>
      <dgm:spPr/>
    </dgm:pt>
    <dgm:pt modelId="{8E445F7B-0206-9541-95F5-F37E15060D6F}" type="pres">
      <dgm:prSet presAssocID="{8243665A-8528-4691-8180-07A523E2879D}" presName="padding" presStyleLbl="node1" presStyleIdx="0" presStyleCnt="6"/>
      <dgm:spPr/>
    </dgm:pt>
    <dgm:pt modelId="{50218C9B-03E2-B34A-9082-450ABF896EB6}" type="pres">
      <dgm:prSet presAssocID="{8243665A-8528-4691-8180-07A523E2879D}" presName="shape" presStyleLbl="node1" presStyleIdx="1" presStyleCnt="6">
        <dgm:presLayoutVars>
          <dgm:bulletEnabled val="1"/>
        </dgm:presLayoutVars>
      </dgm:prSet>
      <dgm:spPr/>
    </dgm:pt>
    <dgm:pt modelId="{F16DC4E1-2942-114C-BB0E-1CF15FC19C4B}" type="pres">
      <dgm:prSet presAssocID="{5A038A22-8CB6-4380-B005-E225D0FCC713}" presName="sibTrans" presStyleLbl="sibTrans2D1" presStyleIdx="1" presStyleCnt="5"/>
      <dgm:spPr/>
    </dgm:pt>
    <dgm:pt modelId="{64D9AC55-32C9-CF4A-AFE0-C8DD353600B2}" type="pres">
      <dgm:prSet presAssocID="{F1F84212-210A-4AFC-B94B-1126D2EB4092}" presName="middleNode" presStyleCnt="0"/>
      <dgm:spPr/>
    </dgm:pt>
    <dgm:pt modelId="{0E43D0B6-6714-EC4F-867D-FD51EF1DB439}" type="pres">
      <dgm:prSet presAssocID="{F1F84212-210A-4AFC-B94B-1126D2EB4092}" presName="padding" presStyleLbl="node1" presStyleIdx="1" presStyleCnt="6"/>
      <dgm:spPr/>
    </dgm:pt>
    <dgm:pt modelId="{F38E20E5-2A1D-D648-8693-1050F5430E5B}" type="pres">
      <dgm:prSet presAssocID="{F1F84212-210A-4AFC-B94B-1126D2EB4092}" presName="shape" presStyleLbl="node1" presStyleIdx="2" presStyleCnt="6">
        <dgm:presLayoutVars>
          <dgm:bulletEnabled val="1"/>
        </dgm:presLayoutVars>
      </dgm:prSet>
      <dgm:spPr/>
    </dgm:pt>
    <dgm:pt modelId="{BD357DA0-41DC-6649-BF6A-7B15A65629DB}" type="pres">
      <dgm:prSet presAssocID="{9063B8E1-B753-47C6-8D36-A94630567D16}" presName="sibTrans" presStyleLbl="sibTrans2D1" presStyleIdx="2" presStyleCnt="5"/>
      <dgm:spPr/>
    </dgm:pt>
    <dgm:pt modelId="{7B06CC91-8190-EF4E-A8CA-1AB8E981A087}" type="pres">
      <dgm:prSet presAssocID="{2616EE1B-EFDE-4C3A-894E-8712155A6679}" presName="middleNode" presStyleCnt="0"/>
      <dgm:spPr/>
    </dgm:pt>
    <dgm:pt modelId="{2588E069-8223-A14E-941D-BAB0F7613596}" type="pres">
      <dgm:prSet presAssocID="{2616EE1B-EFDE-4C3A-894E-8712155A6679}" presName="padding" presStyleLbl="node1" presStyleIdx="2" presStyleCnt="6"/>
      <dgm:spPr/>
    </dgm:pt>
    <dgm:pt modelId="{F11FA234-518A-C844-9E18-C065A14877C5}" type="pres">
      <dgm:prSet presAssocID="{2616EE1B-EFDE-4C3A-894E-8712155A6679}" presName="shape" presStyleLbl="node1" presStyleIdx="3" presStyleCnt="6">
        <dgm:presLayoutVars>
          <dgm:bulletEnabled val="1"/>
        </dgm:presLayoutVars>
      </dgm:prSet>
      <dgm:spPr/>
    </dgm:pt>
    <dgm:pt modelId="{1496D0AA-76EC-4940-B821-24BA0C37808E}" type="pres">
      <dgm:prSet presAssocID="{2242BC24-4499-4F1F-AC86-C9D26501669F}" presName="sibTrans" presStyleLbl="sibTrans2D1" presStyleIdx="3" presStyleCnt="5"/>
      <dgm:spPr/>
    </dgm:pt>
    <dgm:pt modelId="{F3510C48-BE9E-6F41-9B14-949C28FA2774}" type="pres">
      <dgm:prSet presAssocID="{6B5A26C0-DDB7-4659-A3C1-56F92B9C679E}" presName="middleNode" presStyleCnt="0"/>
      <dgm:spPr/>
    </dgm:pt>
    <dgm:pt modelId="{C699E7CB-E8F6-FC41-8A45-C09C1D6CB429}" type="pres">
      <dgm:prSet presAssocID="{6B5A26C0-DDB7-4659-A3C1-56F92B9C679E}" presName="padding" presStyleLbl="node1" presStyleIdx="3" presStyleCnt="6"/>
      <dgm:spPr/>
    </dgm:pt>
    <dgm:pt modelId="{5394A7F3-5C53-6446-BCDA-0D8DB096407E}" type="pres">
      <dgm:prSet presAssocID="{6B5A26C0-DDB7-4659-A3C1-56F92B9C679E}" presName="shape" presStyleLbl="node1" presStyleIdx="4" presStyleCnt="6">
        <dgm:presLayoutVars>
          <dgm:bulletEnabled val="1"/>
        </dgm:presLayoutVars>
      </dgm:prSet>
      <dgm:spPr/>
    </dgm:pt>
    <dgm:pt modelId="{0AEE8CE2-3B4D-224C-BCE3-15848583FBB2}" type="pres">
      <dgm:prSet presAssocID="{CCB3DF62-6FE6-4BFD-83C4-DB9DAAADE98B}" presName="sibTrans" presStyleLbl="sibTrans2D1" presStyleIdx="4" presStyleCnt="5"/>
      <dgm:spPr/>
    </dgm:pt>
    <dgm:pt modelId="{E18E0286-B45D-594B-BCA6-EE9B79050F5C}" type="pres">
      <dgm:prSet presAssocID="{614B6B2E-2A29-418E-9972-4031E225F3F3}" presName="lastNode" presStyleLbl="node1" presStyleIdx="5" presStyleCnt="6">
        <dgm:presLayoutVars>
          <dgm:bulletEnabled val="1"/>
        </dgm:presLayoutVars>
      </dgm:prSet>
      <dgm:spPr/>
    </dgm:pt>
  </dgm:ptLst>
  <dgm:cxnLst>
    <dgm:cxn modelId="{342F4C02-487D-FD44-8CDE-57F4C81E129F}" type="presOf" srcId="{5A038A22-8CB6-4380-B005-E225D0FCC713}" destId="{F16DC4E1-2942-114C-BB0E-1CF15FC19C4B}" srcOrd="0" destOrd="0" presId="urn:microsoft.com/office/officeart/2005/8/layout/bProcess2"/>
    <dgm:cxn modelId="{C9560211-21CA-4628-8C3E-3E935114F7AA}" srcId="{34BA01EC-BDFC-4D8F-BC0D-D356B263A7B8}" destId="{8243665A-8528-4691-8180-07A523E2879D}" srcOrd="1" destOrd="0" parTransId="{BEAA94B9-9093-4295-AFF3-D3E6289525F6}" sibTransId="{5A038A22-8CB6-4380-B005-E225D0FCC713}"/>
    <dgm:cxn modelId="{F6AEAE1F-67AC-4ED2-8CF4-C77056713D6D}" srcId="{34BA01EC-BDFC-4D8F-BC0D-D356B263A7B8}" destId="{6B5A26C0-DDB7-4659-A3C1-56F92B9C679E}" srcOrd="4" destOrd="0" parTransId="{707B41A4-213F-4A83-924C-E8483B865894}" sibTransId="{CCB3DF62-6FE6-4BFD-83C4-DB9DAAADE98B}"/>
    <dgm:cxn modelId="{EC53963F-A87B-4876-9EE8-EAC09E7EBF27}" srcId="{34BA01EC-BDFC-4D8F-BC0D-D356B263A7B8}" destId="{3C428FB0-52F2-42AA-8B56-7BA10DDDBC45}" srcOrd="0" destOrd="0" parTransId="{2861BDA8-4EBE-4FE2-9D68-32DA74CD9869}" sibTransId="{53FD6534-B98B-45A9-B481-33EA80B3CDC7}"/>
    <dgm:cxn modelId="{8E478669-F896-3B4A-AEF2-CE621F88A86F}" type="presOf" srcId="{34BA01EC-BDFC-4D8F-BC0D-D356B263A7B8}" destId="{BD6A9EF1-C9E4-8F4E-98B2-63CAAAEA77FA}" srcOrd="0" destOrd="0" presId="urn:microsoft.com/office/officeart/2005/8/layout/bProcess2"/>
    <dgm:cxn modelId="{19999B6B-ED18-564E-B7CC-4C925D242F42}" type="presOf" srcId="{614B6B2E-2A29-418E-9972-4031E225F3F3}" destId="{E18E0286-B45D-594B-BCA6-EE9B79050F5C}" srcOrd="0" destOrd="0" presId="urn:microsoft.com/office/officeart/2005/8/layout/bProcess2"/>
    <dgm:cxn modelId="{C753754C-2BA4-AE40-A128-1A91F74E9CD9}" type="presOf" srcId="{CCB3DF62-6FE6-4BFD-83C4-DB9DAAADE98B}" destId="{0AEE8CE2-3B4D-224C-BCE3-15848583FBB2}" srcOrd="0" destOrd="0" presId="urn:microsoft.com/office/officeart/2005/8/layout/bProcess2"/>
    <dgm:cxn modelId="{EA696750-A518-3C44-B801-6A4BF08FB75A}" type="presOf" srcId="{6B5A26C0-DDB7-4659-A3C1-56F92B9C679E}" destId="{5394A7F3-5C53-6446-BCDA-0D8DB096407E}" srcOrd="0" destOrd="0" presId="urn:microsoft.com/office/officeart/2005/8/layout/bProcess2"/>
    <dgm:cxn modelId="{EFB70B77-4CB8-4D8F-B9B2-685BE234DFF3}" srcId="{34BA01EC-BDFC-4D8F-BC0D-D356B263A7B8}" destId="{2616EE1B-EFDE-4C3A-894E-8712155A6679}" srcOrd="3" destOrd="0" parTransId="{13252A96-B371-4B46-B9E2-C55487262537}" sibTransId="{2242BC24-4499-4F1F-AC86-C9D26501669F}"/>
    <dgm:cxn modelId="{4CE2C77D-EC84-EF40-B2DA-59F28DD719E0}" type="presOf" srcId="{2242BC24-4499-4F1F-AC86-C9D26501669F}" destId="{1496D0AA-76EC-4940-B821-24BA0C37808E}" srcOrd="0" destOrd="0" presId="urn:microsoft.com/office/officeart/2005/8/layout/bProcess2"/>
    <dgm:cxn modelId="{930B6095-EE13-534D-92B6-577D5B6B5924}" type="presOf" srcId="{8243665A-8528-4691-8180-07A523E2879D}" destId="{50218C9B-03E2-B34A-9082-450ABF896EB6}" srcOrd="0" destOrd="0" presId="urn:microsoft.com/office/officeart/2005/8/layout/bProcess2"/>
    <dgm:cxn modelId="{819BA99C-AC7E-AD45-8377-84E8804276C8}" type="presOf" srcId="{9063B8E1-B753-47C6-8D36-A94630567D16}" destId="{BD357DA0-41DC-6649-BF6A-7B15A65629DB}" srcOrd="0" destOrd="0" presId="urn:microsoft.com/office/officeart/2005/8/layout/bProcess2"/>
    <dgm:cxn modelId="{4AF7A7B2-AEA8-0047-B2C7-AE379DC05158}" type="presOf" srcId="{2616EE1B-EFDE-4C3A-894E-8712155A6679}" destId="{F11FA234-518A-C844-9E18-C065A14877C5}" srcOrd="0" destOrd="0" presId="urn:microsoft.com/office/officeart/2005/8/layout/bProcess2"/>
    <dgm:cxn modelId="{905C3BBF-FDF6-CE4F-9A87-22A03BC0DD91}" type="presOf" srcId="{53FD6534-B98B-45A9-B481-33EA80B3CDC7}" destId="{E6991DA6-6F7B-1847-9435-9277FCBE9E81}" srcOrd="0" destOrd="0" presId="urn:microsoft.com/office/officeart/2005/8/layout/bProcess2"/>
    <dgm:cxn modelId="{968E7AC1-0E1C-409E-93BD-B3CA299F3078}" srcId="{34BA01EC-BDFC-4D8F-BC0D-D356B263A7B8}" destId="{614B6B2E-2A29-418E-9972-4031E225F3F3}" srcOrd="5" destOrd="0" parTransId="{79E08408-BB32-406D-8F64-21AA608E3BD4}" sibTransId="{F62007DA-7B49-4064-963D-3E2300783AB9}"/>
    <dgm:cxn modelId="{C5138DC6-CF63-4440-A17E-975E29C9D546}" type="presOf" srcId="{3C428FB0-52F2-42AA-8B56-7BA10DDDBC45}" destId="{39A7C2DB-7332-F843-B570-A8C5D4E8CD9F}" srcOrd="0" destOrd="0" presId="urn:microsoft.com/office/officeart/2005/8/layout/bProcess2"/>
    <dgm:cxn modelId="{05C405D7-C9A4-7146-811E-00BC86D4ADD1}" type="presOf" srcId="{F1F84212-210A-4AFC-B94B-1126D2EB4092}" destId="{F38E20E5-2A1D-D648-8693-1050F5430E5B}" srcOrd="0" destOrd="0" presId="urn:microsoft.com/office/officeart/2005/8/layout/bProcess2"/>
    <dgm:cxn modelId="{859DC8E8-144B-4DE4-8473-9C50A84E2A99}" srcId="{34BA01EC-BDFC-4D8F-BC0D-D356B263A7B8}" destId="{F1F84212-210A-4AFC-B94B-1126D2EB4092}" srcOrd="2" destOrd="0" parTransId="{63D9BFA8-F092-4613-A386-6BB2E0F37D8B}" sibTransId="{9063B8E1-B753-47C6-8D36-A94630567D16}"/>
    <dgm:cxn modelId="{E9264B2F-A4FC-ED4D-B3B6-37F66B5F8D68}" type="presParOf" srcId="{BD6A9EF1-C9E4-8F4E-98B2-63CAAAEA77FA}" destId="{39A7C2DB-7332-F843-B570-A8C5D4E8CD9F}" srcOrd="0" destOrd="0" presId="urn:microsoft.com/office/officeart/2005/8/layout/bProcess2"/>
    <dgm:cxn modelId="{BF9B9153-F2F7-D54B-B48D-81A0E6EC758E}" type="presParOf" srcId="{BD6A9EF1-C9E4-8F4E-98B2-63CAAAEA77FA}" destId="{E6991DA6-6F7B-1847-9435-9277FCBE9E81}" srcOrd="1" destOrd="0" presId="urn:microsoft.com/office/officeart/2005/8/layout/bProcess2"/>
    <dgm:cxn modelId="{8B4A61D2-DBA9-5445-87AB-B0F36145D2A8}" type="presParOf" srcId="{BD6A9EF1-C9E4-8F4E-98B2-63CAAAEA77FA}" destId="{3C536CC4-97A4-C243-8CFD-235F26A3B124}" srcOrd="2" destOrd="0" presId="urn:microsoft.com/office/officeart/2005/8/layout/bProcess2"/>
    <dgm:cxn modelId="{AD74C50A-58E6-E346-AD9E-C8454A4514B3}" type="presParOf" srcId="{3C536CC4-97A4-C243-8CFD-235F26A3B124}" destId="{8E445F7B-0206-9541-95F5-F37E15060D6F}" srcOrd="0" destOrd="0" presId="urn:microsoft.com/office/officeart/2005/8/layout/bProcess2"/>
    <dgm:cxn modelId="{95F68626-D690-E340-BCDA-AF592A79D6FA}" type="presParOf" srcId="{3C536CC4-97A4-C243-8CFD-235F26A3B124}" destId="{50218C9B-03E2-B34A-9082-450ABF896EB6}" srcOrd="1" destOrd="0" presId="urn:microsoft.com/office/officeart/2005/8/layout/bProcess2"/>
    <dgm:cxn modelId="{73472C74-5279-1243-B0B0-4484C68F9E07}" type="presParOf" srcId="{BD6A9EF1-C9E4-8F4E-98B2-63CAAAEA77FA}" destId="{F16DC4E1-2942-114C-BB0E-1CF15FC19C4B}" srcOrd="3" destOrd="0" presId="urn:microsoft.com/office/officeart/2005/8/layout/bProcess2"/>
    <dgm:cxn modelId="{65CAC340-B38F-8D4C-88D0-64E197C4EA3F}" type="presParOf" srcId="{BD6A9EF1-C9E4-8F4E-98B2-63CAAAEA77FA}" destId="{64D9AC55-32C9-CF4A-AFE0-C8DD353600B2}" srcOrd="4" destOrd="0" presId="urn:microsoft.com/office/officeart/2005/8/layout/bProcess2"/>
    <dgm:cxn modelId="{6FAD2760-3264-7C4E-A433-455C0C9F401C}" type="presParOf" srcId="{64D9AC55-32C9-CF4A-AFE0-C8DD353600B2}" destId="{0E43D0B6-6714-EC4F-867D-FD51EF1DB439}" srcOrd="0" destOrd="0" presId="urn:microsoft.com/office/officeart/2005/8/layout/bProcess2"/>
    <dgm:cxn modelId="{2343C6B1-6BED-534A-8F83-6CEFBC2780C8}" type="presParOf" srcId="{64D9AC55-32C9-CF4A-AFE0-C8DD353600B2}" destId="{F38E20E5-2A1D-D648-8693-1050F5430E5B}" srcOrd="1" destOrd="0" presId="urn:microsoft.com/office/officeart/2005/8/layout/bProcess2"/>
    <dgm:cxn modelId="{7D590025-7A3D-F549-BFFA-DF4773741DA8}" type="presParOf" srcId="{BD6A9EF1-C9E4-8F4E-98B2-63CAAAEA77FA}" destId="{BD357DA0-41DC-6649-BF6A-7B15A65629DB}" srcOrd="5" destOrd="0" presId="urn:microsoft.com/office/officeart/2005/8/layout/bProcess2"/>
    <dgm:cxn modelId="{20DA8ACF-7D69-CC4C-A941-1F1F30F17CFA}" type="presParOf" srcId="{BD6A9EF1-C9E4-8F4E-98B2-63CAAAEA77FA}" destId="{7B06CC91-8190-EF4E-A8CA-1AB8E981A087}" srcOrd="6" destOrd="0" presId="urn:microsoft.com/office/officeart/2005/8/layout/bProcess2"/>
    <dgm:cxn modelId="{51F350CE-2D86-E548-A636-8553C6E9E136}" type="presParOf" srcId="{7B06CC91-8190-EF4E-A8CA-1AB8E981A087}" destId="{2588E069-8223-A14E-941D-BAB0F7613596}" srcOrd="0" destOrd="0" presId="urn:microsoft.com/office/officeart/2005/8/layout/bProcess2"/>
    <dgm:cxn modelId="{96542278-1A24-5E45-98DA-06105374F263}" type="presParOf" srcId="{7B06CC91-8190-EF4E-A8CA-1AB8E981A087}" destId="{F11FA234-518A-C844-9E18-C065A14877C5}" srcOrd="1" destOrd="0" presId="urn:microsoft.com/office/officeart/2005/8/layout/bProcess2"/>
    <dgm:cxn modelId="{B24EAB26-6CFC-CD44-8EA3-D643C1C25C5A}" type="presParOf" srcId="{BD6A9EF1-C9E4-8F4E-98B2-63CAAAEA77FA}" destId="{1496D0AA-76EC-4940-B821-24BA0C37808E}" srcOrd="7" destOrd="0" presId="urn:microsoft.com/office/officeart/2005/8/layout/bProcess2"/>
    <dgm:cxn modelId="{9C40D637-1267-4D44-98FE-870519910DA1}" type="presParOf" srcId="{BD6A9EF1-C9E4-8F4E-98B2-63CAAAEA77FA}" destId="{F3510C48-BE9E-6F41-9B14-949C28FA2774}" srcOrd="8" destOrd="0" presId="urn:microsoft.com/office/officeart/2005/8/layout/bProcess2"/>
    <dgm:cxn modelId="{66331452-78D0-CE43-A2E8-FA3B6DC36855}" type="presParOf" srcId="{F3510C48-BE9E-6F41-9B14-949C28FA2774}" destId="{C699E7CB-E8F6-FC41-8A45-C09C1D6CB429}" srcOrd="0" destOrd="0" presId="urn:microsoft.com/office/officeart/2005/8/layout/bProcess2"/>
    <dgm:cxn modelId="{0B7FF39A-8D16-6547-AA44-CF47B4FAF973}" type="presParOf" srcId="{F3510C48-BE9E-6F41-9B14-949C28FA2774}" destId="{5394A7F3-5C53-6446-BCDA-0D8DB096407E}" srcOrd="1" destOrd="0" presId="urn:microsoft.com/office/officeart/2005/8/layout/bProcess2"/>
    <dgm:cxn modelId="{462B88A7-BB4F-D449-94CB-747881736DB9}" type="presParOf" srcId="{BD6A9EF1-C9E4-8F4E-98B2-63CAAAEA77FA}" destId="{0AEE8CE2-3B4D-224C-BCE3-15848583FBB2}" srcOrd="9" destOrd="0" presId="urn:microsoft.com/office/officeart/2005/8/layout/bProcess2"/>
    <dgm:cxn modelId="{E18919F9-0301-214C-94D7-D5A70E7B7DBF}" type="presParOf" srcId="{BD6A9EF1-C9E4-8F4E-98B2-63CAAAEA77FA}" destId="{E18E0286-B45D-594B-BCA6-EE9B79050F5C}" srcOrd="10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9D7EA2-8AFA-4575-B5B8-8D1D1FB9A67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A149F69-4FDB-410F-A61C-A07D9F3E62EE}">
      <dgm:prSet/>
      <dgm:spPr/>
      <dgm:t>
        <a:bodyPr/>
        <a:lstStyle/>
        <a:p>
          <a:pPr>
            <a:defRPr b="1"/>
          </a:pPr>
          <a:r>
            <a:rPr lang="en-US" b="1"/>
            <a:t>Face Capture (capture.py)</a:t>
          </a:r>
          <a:endParaRPr lang="en-US"/>
        </a:p>
      </dgm:t>
    </dgm:pt>
    <dgm:pt modelId="{B27C5136-881F-47EE-B95B-4DB2580AE6F9}" type="parTrans" cxnId="{B868D7C6-2F9B-4F09-8D30-8ACB0CA23066}">
      <dgm:prSet/>
      <dgm:spPr/>
      <dgm:t>
        <a:bodyPr/>
        <a:lstStyle/>
        <a:p>
          <a:endParaRPr lang="en-US"/>
        </a:p>
      </dgm:t>
    </dgm:pt>
    <dgm:pt modelId="{F8D84B75-A1F5-4946-96A9-1B58937143A0}" type="sibTrans" cxnId="{B868D7C6-2F9B-4F09-8D30-8ACB0CA23066}">
      <dgm:prSet/>
      <dgm:spPr/>
      <dgm:t>
        <a:bodyPr/>
        <a:lstStyle/>
        <a:p>
          <a:endParaRPr lang="en-US"/>
        </a:p>
      </dgm:t>
    </dgm:pt>
    <dgm:pt modelId="{0B6C9C4E-6305-415B-B1AE-E598322CAAC7}">
      <dgm:prSet/>
      <dgm:spPr/>
      <dgm:t>
        <a:bodyPr/>
        <a:lstStyle/>
        <a:p>
          <a:r>
            <a:rPr lang="en-US"/>
            <a:t>Collect and align user faces using webcam → Save as dataset images</a:t>
          </a:r>
        </a:p>
      </dgm:t>
    </dgm:pt>
    <dgm:pt modelId="{DC920062-2DCA-4CAB-8E53-B7C7505B0075}" type="parTrans" cxnId="{B10FCDDD-AA1E-4048-9F84-F9057E951091}">
      <dgm:prSet/>
      <dgm:spPr/>
      <dgm:t>
        <a:bodyPr/>
        <a:lstStyle/>
        <a:p>
          <a:endParaRPr lang="en-US"/>
        </a:p>
      </dgm:t>
    </dgm:pt>
    <dgm:pt modelId="{0186A6B6-9046-40D4-9B43-F4E2E738500C}" type="sibTrans" cxnId="{B10FCDDD-AA1E-4048-9F84-F9057E951091}">
      <dgm:prSet/>
      <dgm:spPr/>
      <dgm:t>
        <a:bodyPr/>
        <a:lstStyle/>
        <a:p>
          <a:endParaRPr lang="en-US"/>
        </a:p>
      </dgm:t>
    </dgm:pt>
    <dgm:pt modelId="{24FEC932-0273-4D48-AE4F-C2A204C98547}">
      <dgm:prSet/>
      <dgm:spPr/>
      <dgm:t>
        <a:bodyPr/>
        <a:lstStyle/>
        <a:p>
          <a:r>
            <a:rPr lang="en-US"/>
            <a:t>Output: Aligned JPG face images per user</a:t>
          </a:r>
        </a:p>
      </dgm:t>
    </dgm:pt>
    <dgm:pt modelId="{2250F0A9-1804-4169-8400-0DB24C65BD91}" type="parTrans" cxnId="{B283D6F1-8CA9-4BA5-BCAB-60D1D01233B7}">
      <dgm:prSet/>
      <dgm:spPr/>
      <dgm:t>
        <a:bodyPr/>
        <a:lstStyle/>
        <a:p>
          <a:endParaRPr lang="en-US"/>
        </a:p>
      </dgm:t>
    </dgm:pt>
    <dgm:pt modelId="{8FBBCF03-3009-4EDF-B6F1-D04775521508}" type="sibTrans" cxnId="{B283D6F1-8CA9-4BA5-BCAB-60D1D01233B7}">
      <dgm:prSet/>
      <dgm:spPr/>
      <dgm:t>
        <a:bodyPr/>
        <a:lstStyle/>
        <a:p>
          <a:endParaRPr lang="en-US"/>
        </a:p>
      </dgm:t>
    </dgm:pt>
    <dgm:pt modelId="{DC40E172-398F-492A-B204-10367CB8975F}">
      <dgm:prSet/>
      <dgm:spPr/>
      <dgm:t>
        <a:bodyPr/>
        <a:lstStyle/>
        <a:p>
          <a:pPr>
            <a:defRPr b="1"/>
          </a:pPr>
          <a:r>
            <a:rPr lang="en-US" b="1"/>
            <a:t>Feature Extraction (feature.py)</a:t>
          </a:r>
          <a:endParaRPr lang="en-US"/>
        </a:p>
      </dgm:t>
    </dgm:pt>
    <dgm:pt modelId="{858778E3-5851-4512-8679-C32409059371}" type="parTrans" cxnId="{2B70E4A0-DE53-483F-AB13-05DCA72B675D}">
      <dgm:prSet/>
      <dgm:spPr/>
      <dgm:t>
        <a:bodyPr/>
        <a:lstStyle/>
        <a:p>
          <a:endParaRPr lang="en-US"/>
        </a:p>
      </dgm:t>
    </dgm:pt>
    <dgm:pt modelId="{FA60F2DE-49CA-49C1-A5F4-6BD2E4BFEB9F}" type="sibTrans" cxnId="{2B70E4A0-DE53-483F-AB13-05DCA72B675D}">
      <dgm:prSet/>
      <dgm:spPr/>
      <dgm:t>
        <a:bodyPr/>
        <a:lstStyle/>
        <a:p>
          <a:endParaRPr lang="en-US"/>
        </a:p>
      </dgm:t>
    </dgm:pt>
    <dgm:pt modelId="{10D02F45-B5B6-465A-8E2D-868B3B420C37}">
      <dgm:prSet/>
      <dgm:spPr/>
      <dgm:t>
        <a:bodyPr/>
        <a:lstStyle/>
        <a:p>
          <a:r>
            <a:rPr lang="en-US"/>
            <a:t>Convert face images → 128-D numerical embeddings using Sface</a:t>
          </a:r>
        </a:p>
      </dgm:t>
    </dgm:pt>
    <dgm:pt modelId="{0009189D-B8AC-4F72-A352-A517612F91D4}" type="parTrans" cxnId="{EE61812D-0391-49A6-9B7F-1296581F51DF}">
      <dgm:prSet/>
      <dgm:spPr/>
      <dgm:t>
        <a:bodyPr/>
        <a:lstStyle/>
        <a:p>
          <a:endParaRPr lang="en-US"/>
        </a:p>
      </dgm:t>
    </dgm:pt>
    <dgm:pt modelId="{E6AAA782-64EF-4203-832A-0FBE238B6051}" type="sibTrans" cxnId="{EE61812D-0391-49A6-9B7F-1296581F51DF}">
      <dgm:prSet/>
      <dgm:spPr/>
      <dgm:t>
        <a:bodyPr/>
        <a:lstStyle/>
        <a:p>
          <a:endParaRPr lang="en-US"/>
        </a:p>
      </dgm:t>
    </dgm:pt>
    <dgm:pt modelId="{45786F65-D965-4EEA-866A-517D13E9B4C9}">
      <dgm:prSet/>
      <dgm:spPr/>
      <dgm:t>
        <a:bodyPr/>
        <a:lstStyle/>
        <a:p>
          <a:r>
            <a:rPr lang="en-US"/>
            <a:t>Output: User database of embeddings (.npy files)</a:t>
          </a:r>
        </a:p>
      </dgm:t>
    </dgm:pt>
    <dgm:pt modelId="{0D13C202-6A21-4913-8E39-8776A15909E6}" type="parTrans" cxnId="{870B52C3-0244-4EB6-A100-507C1E480560}">
      <dgm:prSet/>
      <dgm:spPr/>
      <dgm:t>
        <a:bodyPr/>
        <a:lstStyle/>
        <a:p>
          <a:endParaRPr lang="en-US"/>
        </a:p>
      </dgm:t>
    </dgm:pt>
    <dgm:pt modelId="{2596E5A1-CB0D-4247-BA31-6F9CF306387A}" type="sibTrans" cxnId="{870B52C3-0244-4EB6-A100-507C1E480560}">
      <dgm:prSet/>
      <dgm:spPr/>
      <dgm:t>
        <a:bodyPr/>
        <a:lstStyle/>
        <a:p>
          <a:endParaRPr lang="en-US"/>
        </a:p>
      </dgm:t>
    </dgm:pt>
    <dgm:pt modelId="{4B36BE55-39D2-441E-B8B2-40EA4464AAEE}">
      <dgm:prSet/>
      <dgm:spPr/>
      <dgm:t>
        <a:bodyPr/>
        <a:lstStyle/>
        <a:p>
          <a:pPr>
            <a:defRPr b="1"/>
          </a:pPr>
          <a:r>
            <a:rPr lang="en-US" b="1"/>
            <a:t>Real-Time Recognition (recognition.py)</a:t>
          </a:r>
          <a:endParaRPr lang="en-US"/>
        </a:p>
      </dgm:t>
    </dgm:pt>
    <dgm:pt modelId="{F03348EF-A241-4E5C-88C8-39C42FBFC78F}" type="parTrans" cxnId="{7BF4819D-E210-4AFE-8114-FA58B708C835}">
      <dgm:prSet/>
      <dgm:spPr/>
      <dgm:t>
        <a:bodyPr/>
        <a:lstStyle/>
        <a:p>
          <a:endParaRPr lang="en-US"/>
        </a:p>
      </dgm:t>
    </dgm:pt>
    <dgm:pt modelId="{516B5F61-9782-412E-A5FE-AD56AAC13B24}" type="sibTrans" cxnId="{7BF4819D-E210-4AFE-8114-FA58B708C835}">
      <dgm:prSet/>
      <dgm:spPr/>
      <dgm:t>
        <a:bodyPr/>
        <a:lstStyle/>
        <a:p>
          <a:endParaRPr lang="en-US"/>
        </a:p>
      </dgm:t>
    </dgm:pt>
    <dgm:pt modelId="{FE880462-2791-4037-B47E-3C0E4E66D9ED}">
      <dgm:prSet/>
      <dgm:spPr/>
      <dgm:t>
        <a:bodyPr/>
        <a:lstStyle/>
        <a:p>
          <a:r>
            <a:rPr lang="en-US"/>
            <a:t>Detect faces → Extract embeddings → Compare → Identify</a:t>
          </a:r>
        </a:p>
      </dgm:t>
    </dgm:pt>
    <dgm:pt modelId="{F3855F85-4811-4101-BF06-E74A27815D9A}" type="parTrans" cxnId="{ED19C23A-90D4-4470-91F6-A4E47AA831C6}">
      <dgm:prSet/>
      <dgm:spPr/>
      <dgm:t>
        <a:bodyPr/>
        <a:lstStyle/>
        <a:p>
          <a:endParaRPr lang="en-US"/>
        </a:p>
      </dgm:t>
    </dgm:pt>
    <dgm:pt modelId="{E0384072-77A3-4463-B08A-D6AAA540BDB0}" type="sibTrans" cxnId="{ED19C23A-90D4-4470-91F6-A4E47AA831C6}">
      <dgm:prSet/>
      <dgm:spPr/>
      <dgm:t>
        <a:bodyPr/>
        <a:lstStyle/>
        <a:p>
          <a:endParaRPr lang="en-US"/>
        </a:p>
      </dgm:t>
    </dgm:pt>
    <dgm:pt modelId="{3B429873-0D6D-4710-84E3-FDFB606A76DF}">
      <dgm:prSet/>
      <dgm:spPr/>
      <dgm:t>
        <a:bodyPr/>
        <a:lstStyle/>
        <a:p>
          <a:r>
            <a:rPr lang="en-US"/>
            <a:t>Output: Real-time identification with name + confidence</a:t>
          </a:r>
        </a:p>
      </dgm:t>
    </dgm:pt>
    <dgm:pt modelId="{287BA100-401F-441F-865F-AA237CEC05C2}" type="parTrans" cxnId="{C2A54307-E149-48DA-9716-BCEDFCF3AFC4}">
      <dgm:prSet/>
      <dgm:spPr/>
      <dgm:t>
        <a:bodyPr/>
        <a:lstStyle/>
        <a:p>
          <a:endParaRPr lang="en-US"/>
        </a:p>
      </dgm:t>
    </dgm:pt>
    <dgm:pt modelId="{C022C546-75B4-426C-B0DB-403F52163A6F}" type="sibTrans" cxnId="{C2A54307-E149-48DA-9716-BCEDFCF3AFC4}">
      <dgm:prSet/>
      <dgm:spPr/>
      <dgm:t>
        <a:bodyPr/>
        <a:lstStyle/>
        <a:p>
          <a:endParaRPr lang="en-US"/>
        </a:p>
      </dgm:t>
    </dgm:pt>
    <dgm:pt modelId="{BD3D357E-E2D4-43BF-A0C1-38FEE966C203}" type="pres">
      <dgm:prSet presAssocID="{869D7EA2-8AFA-4575-B5B8-8D1D1FB9A670}" presName="root" presStyleCnt="0">
        <dgm:presLayoutVars>
          <dgm:dir/>
          <dgm:resizeHandles val="exact"/>
        </dgm:presLayoutVars>
      </dgm:prSet>
      <dgm:spPr/>
    </dgm:pt>
    <dgm:pt modelId="{F2F7A5BA-3A45-46A3-93EE-8B49B4AB8745}" type="pres">
      <dgm:prSet presAssocID="{5A149F69-4FDB-410F-A61C-A07D9F3E62EE}" presName="compNode" presStyleCnt="0"/>
      <dgm:spPr/>
    </dgm:pt>
    <dgm:pt modelId="{237A3638-0424-49F4-8E42-2EB5179DAD4D}" type="pres">
      <dgm:prSet presAssocID="{5A149F69-4FDB-410F-A61C-A07D9F3E62E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233623FB-B0E7-4814-B101-4F0F0B2A9580}" type="pres">
      <dgm:prSet presAssocID="{5A149F69-4FDB-410F-A61C-A07D9F3E62EE}" presName="iconSpace" presStyleCnt="0"/>
      <dgm:spPr/>
    </dgm:pt>
    <dgm:pt modelId="{B7CB3FAD-C8A1-4EC9-A1AD-76198BEE9111}" type="pres">
      <dgm:prSet presAssocID="{5A149F69-4FDB-410F-A61C-A07D9F3E62EE}" presName="parTx" presStyleLbl="revTx" presStyleIdx="0" presStyleCnt="6">
        <dgm:presLayoutVars>
          <dgm:chMax val="0"/>
          <dgm:chPref val="0"/>
        </dgm:presLayoutVars>
      </dgm:prSet>
      <dgm:spPr/>
    </dgm:pt>
    <dgm:pt modelId="{3E8BE03E-7278-4973-9A33-86F07F1076A4}" type="pres">
      <dgm:prSet presAssocID="{5A149F69-4FDB-410F-A61C-A07D9F3E62EE}" presName="txSpace" presStyleCnt="0"/>
      <dgm:spPr/>
    </dgm:pt>
    <dgm:pt modelId="{8C774C33-AA4F-45B6-9AB4-B3A24F0F4A82}" type="pres">
      <dgm:prSet presAssocID="{5A149F69-4FDB-410F-A61C-A07D9F3E62EE}" presName="desTx" presStyleLbl="revTx" presStyleIdx="1" presStyleCnt="6">
        <dgm:presLayoutVars/>
      </dgm:prSet>
      <dgm:spPr/>
    </dgm:pt>
    <dgm:pt modelId="{925652AF-1FBE-4480-8442-AEA416041ADD}" type="pres">
      <dgm:prSet presAssocID="{F8D84B75-A1F5-4946-96A9-1B58937143A0}" presName="sibTrans" presStyleCnt="0"/>
      <dgm:spPr/>
    </dgm:pt>
    <dgm:pt modelId="{F20EB344-2453-4C28-A03E-4DDF66CA6DF0}" type="pres">
      <dgm:prSet presAssocID="{DC40E172-398F-492A-B204-10367CB8975F}" presName="compNode" presStyleCnt="0"/>
      <dgm:spPr/>
    </dgm:pt>
    <dgm:pt modelId="{4F4EC198-AB90-4FEE-AC2B-B6D95809BA93}" type="pres">
      <dgm:prSet presAssocID="{DC40E172-398F-492A-B204-10367CB897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92E37E2-E213-4D39-A813-121826EE60C2}" type="pres">
      <dgm:prSet presAssocID="{DC40E172-398F-492A-B204-10367CB8975F}" presName="iconSpace" presStyleCnt="0"/>
      <dgm:spPr/>
    </dgm:pt>
    <dgm:pt modelId="{90375962-8275-4C27-95CD-49AC7C404CE7}" type="pres">
      <dgm:prSet presAssocID="{DC40E172-398F-492A-B204-10367CB8975F}" presName="parTx" presStyleLbl="revTx" presStyleIdx="2" presStyleCnt="6">
        <dgm:presLayoutVars>
          <dgm:chMax val="0"/>
          <dgm:chPref val="0"/>
        </dgm:presLayoutVars>
      </dgm:prSet>
      <dgm:spPr/>
    </dgm:pt>
    <dgm:pt modelId="{6EF81F56-549D-483A-83F0-0AC5354D1479}" type="pres">
      <dgm:prSet presAssocID="{DC40E172-398F-492A-B204-10367CB8975F}" presName="txSpace" presStyleCnt="0"/>
      <dgm:spPr/>
    </dgm:pt>
    <dgm:pt modelId="{B99EA226-3647-4EC1-A320-B56089EEF08C}" type="pres">
      <dgm:prSet presAssocID="{DC40E172-398F-492A-B204-10367CB8975F}" presName="desTx" presStyleLbl="revTx" presStyleIdx="3" presStyleCnt="6">
        <dgm:presLayoutVars/>
      </dgm:prSet>
      <dgm:spPr/>
    </dgm:pt>
    <dgm:pt modelId="{0FD890F9-F515-4D9F-B88F-7376A16ECC5D}" type="pres">
      <dgm:prSet presAssocID="{FA60F2DE-49CA-49C1-A5F4-6BD2E4BFEB9F}" presName="sibTrans" presStyleCnt="0"/>
      <dgm:spPr/>
    </dgm:pt>
    <dgm:pt modelId="{19F5F24F-AA5F-4964-92D0-6D37CDD57083}" type="pres">
      <dgm:prSet presAssocID="{4B36BE55-39D2-441E-B8B2-40EA4464AAEE}" presName="compNode" presStyleCnt="0"/>
      <dgm:spPr/>
    </dgm:pt>
    <dgm:pt modelId="{F29DD28B-83D5-4DD7-B404-B786561361E3}" type="pres">
      <dgm:prSet presAssocID="{4B36BE55-39D2-441E-B8B2-40EA4464AA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D36FEEB-5A89-426F-A9FD-E3AD7B34C707}" type="pres">
      <dgm:prSet presAssocID="{4B36BE55-39D2-441E-B8B2-40EA4464AAEE}" presName="iconSpace" presStyleCnt="0"/>
      <dgm:spPr/>
    </dgm:pt>
    <dgm:pt modelId="{C27A4D7F-963B-48D2-8D93-01BEE17AB53F}" type="pres">
      <dgm:prSet presAssocID="{4B36BE55-39D2-441E-B8B2-40EA4464AAEE}" presName="parTx" presStyleLbl="revTx" presStyleIdx="4" presStyleCnt="6">
        <dgm:presLayoutVars>
          <dgm:chMax val="0"/>
          <dgm:chPref val="0"/>
        </dgm:presLayoutVars>
      </dgm:prSet>
      <dgm:spPr/>
    </dgm:pt>
    <dgm:pt modelId="{80F3807F-BEB9-45F5-BE81-5230AF875008}" type="pres">
      <dgm:prSet presAssocID="{4B36BE55-39D2-441E-B8B2-40EA4464AAEE}" presName="txSpace" presStyleCnt="0"/>
      <dgm:spPr/>
    </dgm:pt>
    <dgm:pt modelId="{DA877FF6-0D98-4CE9-B625-26FE2E5D289D}" type="pres">
      <dgm:prSet presAssocID="{4B36BE55-39D2-441E-B8B2-40EA4464AAEE}" presName="desTx" presStyleLbl="revTx" presStyleIdx="5" presStyleCnt="6">
        <dgm:presLayoutVars/>
      </dgm:prSet>
      <dgm:spPr/>
    </dgm:pt>
  </dgm:ptLst>
  <dgm:cxnLst>
    <dgm:cxn modelId="{C2A54307-E149-48DA-9716-BCEDFCF3AFC4}" srcId="{4B36BE55-39D2-441E-B8B2-40EA4464AAEE}" destId="{3B429873-0D6D-4710-84E3-FDFB606A76DF}" srcOrd="1" destOrd="0" parTransId="{287BA100-401F-441F-865F-AA237CEC05C2}" sibTransId="{C022C546-75B4-426C-B0DB-403F52163A6F}"/>
    <dgm:cxn modelId="{F3CFA424-8DD8-4484-9C4F-A6F0C345C803}" type="presOf" srcId="{DC40E172-398F-492A-B204-10367CB8975F}" destId="{90375962-8275-4C27-95CD-49AC7C404CE7}" srcOrd="0" destOrd="0" presId="urn:microsoft.com/office/officeart/2018/5/layout/CenteredIconLabelDescriptionList"/>
    <dgm:cxn modelId="{8F68C52B-BB59-4175-86AD-8008938D91AD}" type="presOf" srcId="{3B429873-0D6D-4710-84E3-FDFB606A76DF}" destId="{DA877FF6-0D98-4CE9-B625-26FE2E5D289D}" srcOrd="0" destOrd="1" presId="urn:microsoft.com/office/officeart/2018/5/layout/CenteredIconLabelDescriptionList"/>
    <dgm:cxn modelId="{EE61812D-0391-49A6-9B7F-1296581F51DF}" srcId="{DC40E172-398F-492A-B204-10367CB8975F}" destId="{10D02F45-B5B6-465A-8E2D-868B3B420C37}" srcOrd="0" destOrd="0" parTransId="{0009189D-B8AC-4F72-A352-A517612F91D4}" sibTransId="{E6AAA782-64EF-4203-832A-0FBE238B6051}"/>
    <dgm:cxn modelId="{ED19C23A-90D4-4470-91F6-A4E47AA831C6}" srcId="{4B36BE55-39D2-441E-B8B2-40EA4464AAEE}" destId="{FE880462-2791-4037-B47E-3C0E4E66D9ED}" srcOrd="0" destOrd="0" parTransId="{F3855F85-4811-4101-BF06-E74A27815D9A}" sibTransId="{E0384072-77A3-4463-B08A-D6AAA540BDB0}"/>
    <dgm:cxn modelId="{6B8E3140-78B5-4B8F-8F79-847BA572E459}" type="presOf" srcId="{10D02F45-B5B6-465A-8E2D-868B3B420C37}" destId="{B99EA226-3647-4EC1-A320-B56089EEF08C}" srcOrd="0" destOrd="0" presId="urn:microsoft.com/office/officeart/2018/5/layout/CenteredIconLabelDescriptionList"/>
    <dgm:cxn modelId="{43714D40-542B-43A8-860E-76B35FCBEE71}" type="presOf" srcId="{45786F65-D965-4EEA-866A-517D13E9B4C9}" destId="{B99EA226-3647-4EC1-A320-B56089EEF08C}" srcOrd="0" destOrd="1" presId="urn:microsoft.com/office/officeart/2018/5/layout/CenteredIconLabelDescriptionList"/>
    <dgm:cxn modelId="{07249E7F-F0D8-4437-90D0-102A58FA867E}" type="presOf" srcId="{0B6C9C4E-6305-415B-B1AE-E598322CAAC7}" destId="{8C774C33-AA4F-45B6-9AB4-B3A24F0F4A82}" srcOrd="0" destOrd="0" presId="urn:microsoft.com/office/officeart/2018/5/layout/CenteredIconLabelDescriptionList"/>
    <dgm:cxn modelId="{7170A98D-24BB-48B5-BEC8-362B1CD9F0BE}" type="presOf" srcId="{869D7EA2-8AFA-4575-B5B8-8D1D1FB9A670}" destId="{BD3D357E-E2D4-43BF-A0C1-38FEE966C203}" srcOrd="0" destOrd="0" presId="urn:microsoft.com/office/officeart/2018/5/layout/CenteredIconLabelDescriptionList"/>
    <dgm:cxn modelId="{7BF4819D-E210-4AFE-8114-FA58B708C835}" srcId="{869D7EA2-8AFA-4575-B5B8-8D1D1FB9A670}" destId="{4B36BE55-39D2-441E-B8B2-40EA4464AAEE}" srcOrd="2" destOrd="0" parTransId="{F03348EF-A241-4E5C-88C8-39C42FBFC78F}" sibTransId="{516B5F61-9782-412E-A5FE-AD56AAC13B24}"/>
    <dgm:cxn modelId="{2B70E4A0-DE53-483F-AB13-05DCA72B675D}" srcId="{869D7EA2-8AFA-4575-B5B8-8D1D1FB9A670}" destId="{DC40E172-398F-492A-B204-10367CB8975F}" srcOrd="1" destOrd="0" parTransId="{858778E3-5851-4512-8679-C32409059371}" sibTransId="{FA60F2DE-49CA-49C1-A5F4-6BD2E4BFEB9F}"/>
    <dgm:cxn modelId="{463090A8-517D-40A2-9BBE-C7BC6E0ABA1C}" type="presOf" srcId="{5A149F69-4FDB-410F-A61C-A07D9F3E62EE}" destId="{B7CB3FAD-C8A1-4EC9-A1AD-76198BEE9111}" srcOrd="0" destOrd="0" presId="urn:microsoft.com/office/officeart/2018/5/layout/CenteredIconLabelDescriptionList"/>
    <dgm:cxn modelId="{9B3682AA-3F37-4F56-9BE3-8B06F3A96DA1}" type="presOf" srcId="{24FEC932-0273-4D48-AE4F-C2A204C98547}" destId="{8C774C33-AA4F-45B6-9AB4-B3A24F0F4A82}" srcOrd="0" destOrd="1" presId="urn:microsoft.com/office/officeart/2018/5/layout/CenteredIconLabelDescriptionList"/>
    <dgm:cxn modelId="{BACBDEAE-EB6A-4E98-81DA-7179C097F823}" type="presOf" srcId="{FE880462-2791-4037-B47E-3C0E4E66D9ED}" destId="{DA877FF6-0D98-4CE9-B625-26FE2E5D289D}" srcOrd="0" destOrd="0" presId="urn:microsoft.com/office/officeart/2018/5/layout/CenteredIconLabelDescriptionList"/>
    <dgm:cxn modelId="{870B52C3-0244-4EB6-A100-507C1E480560}" srcId="{DC40E172-398F-492A-B204-10367CB8975F}" destId="{45786F65-D965-4EEA-866A-517D13E9B4C9}" srcOrd="1" destOrd="0" parTransId="{0D13C202-6A21-4913-8E39-8776A15909E6}" sibTransId="{2596E5A1-CB0D-4247-BA31-6F9CF306387A}"/>
    <dgm:cxn modelId="{B868D7C6-2F9B-4F09-8D30-8ACB0CA23066}" srcId="{869D7EA2-8AFA-4575-B5B8-8D1D1FB9A670}" destId="{5A149F69-4FDB-410F-A61C-A07D9F3E62EE}" srcOrd="0" destOrd="0" parTransId="{B27C5136-881F-47EE-B95B-4DB2580AE6F9}" sibTransId="{F8D84B75-A1F5-4946-96A9-1B58937143A0}"/>
    <dgm:cxn modelId="{B10FCDDD-AA1E-4048-9F84-F9057E951091}" srcId="{5A149F69-4FDB-410F-A61C-A07D9F3E62EE}" destId="{0B6C9C4E-6305-415B-B1AE-E598322CAAC7}" srcOrd="0" destOrd="0" parTransId="{DC920062-2DCA-4CAB-8E53-B7C7505B0075}" sibTransId="{0186A6B6-9046-40D4-9B43-F4E2E738500C}"/>
    <dgm:cxn modelId="{C82345F1-6E0A-44DC-8EE2-419D206B5C55}" type="presOf" srcId="{4B36BE55-39D2-441E-B8B2-40EA4464AAEE}" destId="{C27A4D7F-963B-48D2-8D93-01BEE17AB53F}" srcOrd="0" destOrd="0" presId="urn:microsoft.com/office/officeart/2018/5/layout/CenteredIconLabelDescriptionList"/>
    <dgm:cxn modelId="{B283D6F1-8CA9-4BA5-BCAB-60D1D01233B7}" srcId="{5A149F69-4FDB-410F-A61C-A07D9F3E62EE}" destId="{24FEC932-0273-4D48-AE4F-C2A204C98547}" srcOrd="1" destOrd="0" parTransId="{2250F0A9-1804-4169-8400-0DB24C65BD91}" sibTransId="{8FBBCF03-3009-4EDF-B6F1-D04775521508}"/>
    <dgm:cxn modelId="{1E71BC9E-A325-4A30-B1B8-18821411EF55}" type="presParOf" srcId="{BD3D357E-E2D4-43BF-A0C1-38FEE966C203}" destId="{F2F7A5BA-3A45-46A3-93EE-8B49B4AB8745}" srcOrd="0" destOrd="0" presId="urn:microsoft.com/office/officeart/2018/5/layout/CenteredIconLabelDescriptionList"/>
    <dgm:cxn modelId="{E277072C-5A7F-49CF-BC74-C1FA343E327E}" type="presParOf" srcId="{F2F7A5BA-3A45-46A3-93EE-8B49B4AB8745}" destId="{237A3638-0424-49F4-8E42-2EB5179DAD4D}" srcOrd="0" destOrd="0" presId="urn:microsoft.com/office/officeart/2018/5/layout/CenteredIconLabelDescriptionList"/>
    <dgm:cxn modelId="{5EBD7552-6A6B-4AAF-B330-AD12762493C1}" type="presParOf" srcId="{F2F7A5BA-3A45-46A3-93EE-8B49B4AB8745}" destId="{233623FB-B0E7-4814-B101-4F0F0B2A9580}" srcOrd="1" destOrd="0" presId="urn:microsoft.com/office/officeart/2018/5/layout/CenteredIconLabelDescriptionList"/>
    <dgm:cxn modelId="{922CD1BE-6369-4A1E-A1B8-761BA0AD73E3}" type="presParOf" srcId="{F2F7A5BA-3A45-46A3-93EE-8B49B4AB8745}" destId="{B7CB3FAD-C8A1-4EC9-A1AD-76198BEE9111}" srcOrd="2" destOrd="0" presId="urn:microsoft.com/office/officeart/2018/5/layout/CenteredIconLabelDescriptionList"/>
    <dgm:cxn modelId="{0B1649BF-2BF6-4B2F-97C1-EE9CA843F686}" type="presParOf" srcId="{F2F7A5BA-3A45-46A3-93EE-8B49B4AB8745}" destId="{3E8BE03E-7278-4973-9A33-86F07F1076A4}" srcOrd="3" destOrd="0" presId="urn:microsoft.com/office/officeart/2018/5/layout/CenteredIconLabelDescriptionList"/>
    <dgm:cxn modelId="{DA202F2C-72A7-4EF0-97C6-AC8DD03CAF46}" type="presParOf" srcId="{F2F7A5BA-3A45-46A3-93EE-8B49B4AB8745}" destId="{8C774C33-AA4F-45B6-9AB4-B3A24F0F4A82}" srcOrd="4" destOrd="0" presId="urn:microsoft.com/office/officeart/2018/5/layout/CenteredIconLabelDescriptionList"/>
    <dgm:cxn modelId="{BEC33324-2DEA-48F8-A5B1-D4D02FCE31ED}" type="presParOf" srcId="{BD3D357E-E2D4-43BF-A0C1-38FEE966C203}" destId="{925652AF-1FBE-4480-8442-AEA416041ADD}" srcOrd="1" destOrd="0" presId="urn:microsoft.com/office/officeart/2018/5/layout/CenteredIconLabelDescriptionList"/>
    <dgm:cxn modelId="{3583F899-92BC-4437-A0C0-6BBD51FCF0C7}" type="presParOf" srcId="{BD3D357E-E2D4-43BF-A0C1-38FEE966C203}" destId="{F20EB344-2453-4C28-A03E-4DDF66CA6DF0}" srcOrd="2" destOrd="0" presId="urn:microsoft.com/office/officeart/2018/5/layout/CenteredIconLabelDescriptionList"/>
    <dgm:cxn modelId="{46B2BDC6-0EE6-46DB-97D4-06389B54683E}" type="presParOf" srcId="{F20EB344-2453-4C28-A03E-4DDF66CA6DF0}" destId="{4F4EC198-AB90-4FEE-AC2B-B6D95809BA93}" srcOrd="0" destOrd="0" presId="urn:microsoft.com/office/officeart/2018/5/layout/CenteredIconLabelDescriptionList"/>
    <dgm:cxn modelId="{1E7E72D9-B29E-45F8-BAFF-609E22135202}" type="presParOf" srcId="{F20EB344-2453-4C28-A03E-4DDF66CA6DF0}" destId="{792E37E2-E213-4D39-A813-121826EE60C2}" srcOrd="1" destOrd="0" presId="urn:microsoft.com/office/officeart/2018/5/layout/CenteredIconLabelDescriptionList"/>
    <dgm:cxn modelId="{FEBC1F33-1E32-4E8B-BEAB-6A1A638214A7}" type="presParOf" srcId="{F20EB344-2453-4C28-A03E-4DDF66CA6DF0}" destId="{90375962-8275-4C27-95CD-49AC7C404CE7}" srcOrd="2" destOrd="0" presId="urn:microsoft.com/office/officeart/2018/5/layout/CenteredIconLabelDescriptionList"/>
    <dgm:cxn modelId="{6EB933EA-7360-4688-AD59-3376E7ED101B}" type="presParOf" srcId="{F20EB344-2453-4C28-A03E-4DDF66CA6DF0}" destId="{6EF81F56-549D-483A-83F0-0AC5354D1479}" srcOrd="3" destOrd="0" presId="urn:microsoft.com/office/officeart/2018/5/layout/CenteredIconLabelDescriptionList"/>
    <dgm:cxn modelId="{EDE07ECB-ABCB-4809-8EFD-C9E6F704298D}" type="presParOf" srcId="{F20EB344-2453-4C28-A03E-4DDF66CA6DF0}" destId="{B99EA226-3647-4EC1-A320-B56089EEF08C}" srcOrd="4" destOrd="0" presId="urn:microsoft.com/office/officeart/2018/5/layout/CenteredIconLabelDescriptionList"/>
    <dgm:cxn modelId="{F42BE674-AE2F-40DC-9229-889C7A466FD5}" type="presParOf" srcId="{BD3D357E-E2D4-43BF-A0C1-38FEE966C203}" destId="{0FD890F9-F515-4D9F-B88F-7376A16ECC5D}" srcOrd="3" destOrd="0" presId="urn:microsoft.com/office/officeart/2018/5/layout/CenteredIconLabelDescriptionList"/>
    <dgm:cxn modelId="{92CBDC23-C66E-4874-8FBC-DCCC5ED2432D}" type="presParOf" srcId="{BD3D357E-E2D4-43BF-A0C1-38FEE966C203}" destId="{19F5F24F-AA5F-4964-92D0-6D37CDD57083}" srcOrd="4" destOrd="0" presId="urn:microsoft.com/office/officeart/2018/5/layout/CenteredIconLabelDescriptionList"/>
    <dgm:cxn modelId="{7F64C55F-406E-4990-B685-EF9A9AEC4E33}" type="presParOf" srcId="{19F5F24F-AA5F-4964-92D0-6D37CDD57083}" destId="{F29DD28B-83D5-4DD7-B404-B786561361E3}" srcOrd="0" destOrd="0" presId="urn:microsoft.com/office/officeart/2018/5/layout/CenteredIconLabelDescriptionList"/>
    <dgm:cxn modelId="{446DAC66-0B4B-4AC5-8E0A-504A747E8B82}" type="presParOf" srcId="{19F5F24F-AA5F-4964-92D0-6D37CDD57083}" destId="{4D36FEEB-5A89-426F-A9FD-E3AD7B34C707}" srcOrd="1" destOrd="0" presId="urn:microsoft.com/office/officeart/2018/5/layout/CenteredIconLabelDescriptionList"/>
    <dgm:cxn modelId="{C159755D-E294-4BA4-B90C-9E723A5FDA3E}" type="presParOf" srcId="{19F5F24F-AA5F-4964-92D0-6D37CDD57083}" destId="{C27A4D7F-963B-48D2-8D93-01BEE17AB53F}" srcOrd="2" destOrd="0" presId="urn:microsoft.com/office/officeart/2018/5/layout/CenteredIconLabelDescriptionList"/>
    <dgm:cxn modelId="{EB681542-6E8F-43E3-9B97-C05D98BC1250}" type="presParOf" srcId="{19F5F24F-AA5F-4964-92D0-6D37CDD57083}" destId="{80F3807F-BEB9-45F5-BE81-5230AF875008}" srcOrd="3" destOrd="0" presId="urn:microsoft.com/office/officeart/2018/5/layout/CenteredIconLabelDescriptionList"/>
    <dgm:cxn modelId="{D6E12664-FDF4-47D5-AF9E-6E7D72EB6C22}" type="presParOf" srcId="{19F5F24F-AA5F-4964-92D0-6D37CDD57083}" destId="{DA877FF6-0D98-4CE9-B625-26FE2E5D289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0ED651-2049-42E3-A6A5-1AB6F7AD745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5F2A46F-F3B7-4E87-B4FB-2EA6D54F8B45}">
      <dgm:prSet/>
      <dgm:spPr/>
      <dgm:t>
        <a:bodyPr/>
        <a:lstStyle/>
        <a:p>
          <a:r>
            <a:rPr lang="en-US" b="1"/>
            <a:t>Camera Captures Frame</a:t>
          </a:r>
          <a:br>
            <a:rPr lang="en-US" b="1"/>
          </a:br>
          <a:r>
            <a:rPr lang="en-US"/>
            <a:t>Raspberry Pi camera module captures live video</a:t>
          </a:r>
        </a:p>
      </dgm:t>
    </dgm:pt>
    <dgm:pt modelId="{75B0918F-8550-4489-B21E-326F443CB5C5}" type="parTrans" cxnId="{995665E6-B71D-410A-808B-91DE1C3C7922}">
      <dgm:prSet/>
      <dgm:spPr/>
      <dgm:t>
        <a:bodyPr/>
        <a:lstStyle/>
        <a:p>
          <a:endParaRPr lang="en-US"/>
        </a:p>
      </dgm:t>
    </dgm:pt>
    <dgm:pt modelId="{F375F5C6-8B75-4E89-A953-8C7BE92E07C0}" type="sibTrans" cxnId="{995665E6-B71D-410A-808B-91DE1C3C7922}">
      <dgm:prSet/>
      <dgm:spPr/>
      <dgm:t>
        <a:bodyPr/>
        <a:lstStyle/>
        <a:p>
          <a:endParaRPr lang="en-US"/>
        </a:p>
      </dgm:t>
    </dgm:pt>
    <dgm:pt modelId="{C3C2F49A-2F13-49BA-833A-886F415A4DE8}">
      <dgm:prSet/>
      <dgm:spPr/>
      <dgm:t>
        <a:bodyPr/>
        <a:lstStyle/>
        <a:p>
          <a:r>
            <a:rPr lang="en-US" b="1"/>
            <a:t>YuNet Detects Faces</a:t>
          </a:r>
          <a:br>
            <a:rPr lang="en-US" b="1"/>
          </a:br>
          <a:r>
            <a:rPr lang="en-US"/>
            <a:t>Identifies face bounding boxes and landmarks</a:t>
          </a:r>
        </a:p>
      </dgm:t>
    </dgm:pt>
    <dgm:pt modelId="{DCDCA640-0848-459E-974B-EBE1669515AB}" type="parTrans" cxnId="{BB16F83F-3945-45B8-82BB-CBBF81D4CEDB}">
      <dgm:prSet/>
      <dgm:spPr/>
      <dgm:t>
        <a:bodyPr/>
        <a:lstStyle/>
        <a:p>
          <a:endParaRPr lang="en-US"/>
        </a:p>
      </dgm:t>
    </dgm:pt>
    <dgm:pt modelId="{09F9266F-748F-4DCC-9B21-F86897821FFD}" type="sibTrans" cxnId="{BB16F83F-3945-45B8-82BB-CBBF81D4CEDB}">
      <dgm:prSet/>
      <dgm:spPr/>
      <dgm:t>
        <a:bodyPr/>
        <a:lstStyle/>
        <a:p>
          <a:endParaRPr lang="en-US"/>
        </a:p>
      </dgm:t>
    </dgm:pt>
    <dgm:pt modelId="{E7B94FDD-B544-40B6-8336-BF6DA41CD38A}">
      <dgm:prSet/>
      <dgm:spPr/>
      <dgm:t>
        <a:bodyPr/>
        <a:lstStyle/>
        <a:p>
          <a:r>
            <a:rPr lang="en-US" b="1"/>
            <a:t>Face Alignment &amp; Cropping</a:t>
          </a:r>
          <a:br>
            <a:rPr lang="en-US" b="1"/>
          </a:br>
          <a:r>
            <a:rPr lang="en-US"/>
            <a:t>SFace aligns and normalizes detected faces</a:t>
          </a:r>
        </a:p>
      </dgm:t>
    </dgm:pt>
    <dgm:pt modelId="{299FFA41-81B6-43D2-8302-16F4AE87B053}" type="parTrans" cxnId="{385D8DA6-687B-4C23-B688-9F8380EA628F}">
      <dgm:prSet/>
      <dgm:spPr/>
      <dgm:t>
        <a:bodyPr/>
        <a:lstStyle/>
        <a:p>
          <a:endParaRPr lang="en-US"/>
        </a:p>
      </dgm:t>
    </dgm:pt>
    <dgm:pt modelId="{2CEE11A2-76B1-432B-A10F-3C7459E08F3A}" type="sibTrans" cxnId="{385D8DA6-687B-4C23-B688-9F8380EA628F}">
      <dgm:prSet/>
      <dgm:spPr/>
      <dgm:t>
        <a:bodyPr/>
        <a:lstStyle/>
        <a:p>
          <a:endParaRPr lang="en-US"/>
        </a:p>
      </dgm:t>
    </dgm:pt>
    <dgm:pt modelId="{CA1E51AA-AB2B-47FF-832D-DD944F55FD3A}">
      <dgm:prSet/>
      <dgm:spPr/>
      <dgm:t>
        <a:bodyPr/>
        <a:lstStyle/>
        <a:p>
          <a:r>
            <a:rPr lang="en-US" b="1"/>
            <a:t>Feature Extraction</a:t>
          </a:r>
          <a:br>
            <a:rPr lang="en-US" b="1"/>
          </a:br>
          <a:r>
            <a:rPr lang="en-US"/>
            <a:t>Generates 128-D embedding vector</a:t>
          </a:r>
        </a:p>
      </dgm:t>
    </dgm:pt>
    <dgm:pt modelId="{3428169B-A278-429A-8A79-9BC501AC165C}" type="parTrans" cxnId="{581B91D7-3885-4D8C-A9C5-670BDF1588A1}">
      <dgm:prSet/>
      <dgm:spPr/>
      <dgm:t>
        <a:bodyPr/>
        <a:lstStyle/>
        <a:p>
          <a:endParaRPr lang="en-US"/>
        </a:p>
      </dgm:t>
    </dgm:pt>
    <dgm:pt modelId="{39A3F5E8-902F-4B9F-A9BE-C48C9957DCA7}" type="sibTrans" cxnId="{581B91D7-3885-4D8C-A9C5-670BDF1588A1}">
      <dgm:prSet/>
      <dgm:spPr/>
      <dgm:t>
        <a:bodyPr/>
        <a:lstStyle/>
        <a:p>
          <a:endParaRPr lang="en-US"/>
        </a:p>
      </dgm:t>
    </dgm:pt>
    <dgm:pt modelId="{AA1B7349-857B-45A1-999E-3695D018B856}">
      <dgm:prSet/>
      <dgm:spPr/>
      <dgm:t>
        <a:bodyPr/>
        <a:lstStyle/>
        <a:p>
          <a:r>
            <a:rPr lang="en-US" b="1"/>
            <a:t>Cosine Similarity Comparison</a:t>
          </a:r>
          <a:br>
            <a:rPr lang="en-US" b="1"/>
          </a:br>
          <a:r>
            <a:rPr lang="en-US"/>
            <a:t>Compares with all stored embeddings in database</a:t>
          </a:r>
        </a:p>
      </dgm:t>
    </dgm:pt>
    <dgm:pt modelId="{1B32CBDC-378B-442E-9767-8DF643F3F426}" type="parTrans" cxnId="{8A1DE15D-4135-4FEF-9282-6A96E80058F4}">
      <dgm:prSet/>
      <dgm:spPr/>
      <dgm:t>
        <a:bodyPr/>
        <a:lstStyle/>
        <a:p>
          <a:endParaRPr lang="en-US"/>
        </a:p>
      </dgm:t>
    </dgm:pt>
    <dgm:pt modelId="{F28931AF-058B-4835-B7F4-E69E2D5BA52B}" type="sibTrans" cxnId="{8A1DE15D-4135-4FEF-9282-6A96E80058F4}">
      <dgm:prSet/>
      <dgm:spPr/>
      <dgm:t>
        <a:bodyPr/>
        <a:lstStyle/>
        <a:p>
          <a:endParaRPr lang="en-US"/>
        </a:p>
      </dgm:t>
    </dgm:pt>
    <dgm:pt modelId="{CEE65CA3-7136-4239-8157-099B8A35FED1}">
      <dgm:prSet/>
      <dgm:spPr/>
      <dgm:t>
        <a:bodyPr/>
        <a:lstStyle/>
        <a:p>
          <a:r>
            <a:rPr lang="en-US" b="1"/>
            <a:t>Decision: Known vs Unknown</a:t>
          </a:r>
          <a:br>
            <a:rPr lang="en-US" b="1"/>
          </a:br>
          <a:r>
            <a:rPr lang="en-US"/>
            <a:t>If similarity &gt; 0.363 → Recognized (green box + name)</a:t>
          </a:r>
          <a:br>
            <a:rPr lang="en-US"/>
          </a:br>
          <a:r>
            <a:rPr lang="en-US"/>
            <a:t>If similarity ≤ 0.363 → Unknown (red box)</a:t>
          </a:r>
        </a:p>
      </dgm:t>
    </dgm:pt>
    <dgm:pt modelId="{94F297B4-C2B0-42FD-A446-3B5D666E7226}" type="parTrans" cxnId="{683B8C3F-705B-4195-9932-8905DE49F36B}">
      <dgm:prSet/>
      <dgm:spPr/>
      <dgm:t>
        <a:bodyPr/>
        <a:lstStyle/>
        <a:p>
          <a:endParaRPr lang="en-US"/>
        </a:p>
      </dgm:t>
    </dgm:pt>
    <dgm:pt modelId="{E9BBA3AB-B352-4CC8-A4FE-378C23AAA40C}" type="sibTrans" cxnId="{683B8C3F-705B-4195-9932-8905DE49F36B}">
      <dgm:prSet/>
      <dgm:spPr/>
      <dgm:t>
        <a:bodyPr/>
        <a:lstStyle/>
        <a:p>
          <a:endParaRPr lang="en-US"/>
        </a:p>
      </dgm:t>
    </dgm:pt>
    <dgm:pt modelId="{1D77B978-B39E-CA4C-AAE2-6E1D807D7071}" type="pres">
      <dgm:prSet presAssocID="{290ED651-2049-42E3-A6A5-1AB6F7AD745D}" presName="Name0" presStyleCnt="0">
        <dgm:presLayoutVars>
          <dgm:dir/>
          <dgm:resizeHandles val="exact"/>
        </dgm:presLayoutVars>
      </dgm:prSet>
      <dgm:spPr/>
    </dgm:pt>
    <dgm:pt modelId="{1F600FEB-DF46-F14E-9680-B091EF8F709E}" type="pres">
      <dgm:prSet presAssocID="{B5F2A46F-F3B7-4E87-B4FB-2EA6D54F8B45}" presName="node" presStyleLbl="node1" presStyleIdx="0" presStyleCnt="6">
        <dgm:presLayoutVars>
          <dgm:bulletEnabled val="1"/>
        </dgm:presLayoutVars>
      </dgm:prSet>
      <dgm:spPr/>
    </dgm:pt>
    <dgm:pt modelId="{A75BBD67-ADDD-8943-9D64-B1B8E4263C3D}" type="pres">
      <dgm:prSet presAssocID="{F375F5C6-8B75-4E89-A953-8C7BE92E07C0}" presName="sibTrans" presStyleLbl="sibTrans1D1" presStyleIdx="0" presStyleCnt="5"/>
      <dgm:spPr/>
    </dgm:pt>
    <dgm:pt modelId="{59B17B40-0208-3942-AC65-9351989DF361}" type="pres">
      <dgm:prSet presAssocID="{F375F5C6-8B75-4E89-A953-8C7BE92E07C0}" presName="connectorText" presStyleLbl="sibTrans1D1" presStyleIdx="0" presStyleCnt="5"/>
      <dgm:spPr/>
    </dgm:pt>
    <dgm:pt modelId="{63711470-2015-714E-9FE0-81113F7F71FD}" type="pres">
      <dgm:prSet presAssocID="{C3C2F49A-2F13-49BA-833A-886F415A4DE8}" presName="node" presStyleLbl="node1" presStyleIdx="1" presStyleCnt="6">
        <dgm:presLayoutVars>
          <dgm:bulletEnabled val="1"/>
        </dgm:presLayoutVars>
      </dgm:prSet>
      <dgm:spPr/>
    </dgm:pt>
    <dgm:pt modelId="{FFDEAB02-BE48-0348-AF41-6B4A2BE9975F}" type="pres">
      <dgm:prSet presAssocID="{09F9266F-748F-4DCC-9B21-F86897821FFD}" presName="sibTrans" presStyleLbl="sibTrans1D1" presStyleIdx="1" presStyleCnt="5"/>
      <dgm:spPr/>
    </dgm:pt>
    <dgm:pt modelId="{A5459C56-1C6A-6E4C-BB04-DE5AFCF83A96}" type="pres">
      <dgm:prSet presAssocID="{09F9266F-748F-4DCC-9B21-F86897821FFD}" presName="connectorText" presStyleLbl="sibTrans1D1" presStyleIdx="1" presStyleCnt="5"/>
      <dgm:spPr/>
    </dgm:pt>
    <dgm:pt modelId="{F5402338-5DD5-1040-931D-E3D371388069}" type="pres">
      <dgm:prSet presAssocID="{E7B94FDD-B544-40B6-8336-BF6DA41CD38A}" presName="node" presStyleLbl="node1" presStyleIdx="2" presStyleCnt="6">
        <dgm:presLayoutVars>
          <dgm:bulletEnabled val="1"/>
        </dgm:presLayoutVars>
      </dgm:prSet>
      <dgm:spPr/>
    </dgm:pt>
    <dgm:pt modelId="{733E318C-A6DB-A440-8BD0-E5013EF801A4}" type="pres">
      <dgm:prSet presAssocID="{2CEE11A2-76B1-432B-A10F-3C7459E08F3A}" presName="sibTrans" presStyleLbl="sibTrans1D1" presStyleIdx="2" presStyleCnt="5"/>
      <dgm:spPr/>
    </dgm:pt>
    <dgm:pt modelId="{FD8506D4-06BC-854D-857A-095AB28197E5}" type="pres">
      <dgm:prSet presAssocID="{2CEE11A2-76B1-432B-A10F-3C7459E08F3A}" presName="connectorText" presStyleLbl="sibTrans1D1" presStyleIdx="2" presStyleCnt="5"/>
      <dgm:spPr/>
    </dgm:pt>
    <dgm:pt modelId="{AA6B513C-3FAA-4B4F-95D8-20CDA2A072F6}" type="pres">
      <dgm:prSet presAssocID="{CA1E51AA-AB2B-47FF-832D-DD944F55FD3A}" presName="node" presStyleLbl="node1" presStyleIdx="3" presStyleCnt="6">
        <dgm:presLayoutVars>
          <dgm:bulletEnabled val="1"/>
        </dgm:presLayoutVars>
      </dgm:prSet>
      <dgm:spPr/>
    </dgm:pt>
    <dgm:pt modelId="{D9EB1123-4289-3E47-A652-D63FA7501CC5}" type="pres">
      <dgm:prSet presAssocID="{39A3F5E8-902F-4B9F-A9BE-C48C9957DCA7}" presName="sibTrans" presStyleLbl="sibTrans1D1" presStyleIdx="3" presStyleCnt="5"/>
      <dgm:spPr/>
    </dgm:pt>
    <dgm:pt modelId="{F110D691-E2FA-2D45-A415-B5C4224373F2}" type="pres">
      <dgm:prSet presAssocID="{39A3F5E8-902F-4B9F-A9BE-C48C9957DCA7}" presName="connectorText" presStyleLbl="sibTrans1D1" presStyleIdx="3" presStyleCnt="5"/>
      <dgm:spPr/>
    </dgm:pt>
    <dgm:pt modelId="{EA7F7879-FF61-FB4C-AD33-DB3F9C21A6E2}" type="pres">
      <dgm:prSet presAssocID="{AA1B7349-857B-45A1-999E-3695D018B856}" presName="node" presStyleLbl="node1" presStyleIdx="4" presStyleCnt="6">
        <dgm:presLayoutVars>
          <dgm:bulletEnabled val="1"/>
        </dgm:presLayoutVars>
      </dgm:prSet>
      <dgm:spPr/>
    </dgm:pt>
    <dgm:pt modelId="{AE2E92FB-53DE-444E-8F04-C29FB8F41B7C}" type="pres">
      <dgm:prSet presAssocID="{F28931AF-058B-4835-B7F4-E69E2D5BA52B}" presName="sibTrans" presStyleLbl="sibTrans1D1" presStyleIdx="4" presStyleCnt="5"/>
      <dgm:spPr/>
    </dgm:pt>
    <dgm:pt modelId="{5E3DC312-3A5B-8940-A118-0708E6AB3D82}" type="pres">
      <dgm:prSet presAssocID="{F28931AF-058B-4835-B7F4-E69E2D5BA52B}" presName="connectorText" presStyleLbl="sibTrans1D1" presStyleIdx="4" presStyleCnt="5"/>
      <dgm:spPr/>
    </dgm:pt>
    <dgm:pt modelId="{BA1B5399-DC15-374F-AA1C-0EE1A53FEA5E}" type="pres">
      <dgm:prSet presAssocID="{CEE65CA3-7136-4239-8157-099B8A35FED1}" presName="node" presStyleLbl="node1" presStyleIdx="5" presStyleCnt="6">
        <dgm:presLayoutVars>
          <dgm:bulletEnabled val="1"/>
        </dgm:presLayoutVars>
      </dgm:prSet>
      <dgm:spPr/>
    </dgm:pt>
  </dgm:ptLst>
  <dgm:cxnLst>
    <dgm:cxn modelId="{8D6A382B-A032-034B-BCFC-2CE8C0CC71F8}" type="presOf" srcId="{09F9266F-748F-4DCC-9B21-F86897821FFD}" destId="{FFDEAB02-BE48-0348-AF41-6B4A2BE9975F}" srcOrd="0" destOrd="0" presId="urn:microsoft.com/office/officeart/2016/7/layout/RepeatingBendingProcessNew"/>
    <dgm:cxn modelId="{683B8C3F-705B-4195-9932-8905DE49F36B}" srcId="{290ED651-2049-42E3-A6A5-1AB6F7AD745D}" destId="{CEE65CA3-7136-4239-8157-099B8A35FED1}" srcOrd="5" destOrd="0" parTransId="{94F297B4-C2B0-42FD-A446-3B5D666E7226}" sibTransId="{E9BBA3AB-B352-4CC8-A4FE-378C23AAA40C}"/>
    <dgm:cxn modelId="{BB16F83F-3945-45B8-82BB-CBBF81D4CEDB}" srcId="{290ED651-2049-42E3-A6A5-1AB6F7AD745D}" destId="{C3C2F49A-2F13-49BA-833A-886F415A4DE8}" srcOrd="1" destOrd="0" parTransId="{DCDCA640-0848-459E-974B-EBE1669515AB}" sibTransId="{09F9266F-748F-4DCC-9B21-F86897821FFD}"/>
    <dgm:cxn modelId="{8A1DE15D-4135-4FEF-9282-6A96E80058F4}" srcId="{290ED651-2049-42E3-A6A5-1AB6F7AD745D}" destId="{AA1B7349-857B-45A1-999E-3695D018B856}" srcOrd="4" destOrd="0" parTransId="{1B32CBDC-378B-442E-9767-8DF643F3F426}" sibTransId="{F28931AF-058B-4835-B7F4-E69E2D5BA52B}"/>
    <dgm:cxn modelId="{71AE5C67-F457-D54E-BF30-AB5B6CE714BB}" type="presOf" srcId="{AA1B7349-857B-45A1-999E-3695D018B856}" destId="{EA7F7879-FF61-FB4C-AD33-DB3F9C21A6E2}" srcOrd="0" destOrd="0" presId="urn:microsoft.com/office/officeart/2016/7/layout/RepeatingBendingProcessNew"/>
    <dgm:cxn modelId="{C00D7069-8131-B948-BF65-286BEE5DAF79}" type="presOf" srcId="{B5F2A46F-F3B7-4E87-B4FB-2EA6D54F8B45}" destId="{1F600FEB-DF46-F14E-9680-B091EF8F709E}" srcOrd="0" destOrd="0" presId="urn:microsoft.com/office/officeart/2016/7/layout/RepeatingBendingProcessNew"/>
    <dgm:cxn modelId="{931F7D69-8973-BC4F-B7E1-82270707811E}" type="presOf" srcId="{CA1E51AA-AB2B-47FF-832D-DD944F55FD3A}" destId="{AA6B513C-3FAA-4B4F-95D8-20CDA2A072F6}" srcOrd="0" destOrd="0" presId="urn:microsoft.com/office/officeart/2016/7/layout/RepeatingBendingProcessNew"/>
    <dgm:cxn modelId="{CA82D16E-E6E2-DE43-A009-47CEA74DAC7F}" type="presOf" srcId="{290ED651-2049-42E3-A6A5-1AB6F7AD745D}" destId="{1D77B978-B39E-CA4C-AAE2-6E1D807D7071}" srcOrd="0" destOrd="0" presId="urn:microsoft.com/office/officeart/2016/7/layout/RepeatingBendingProcessNew"/>
    <dgm:cxn modelId="{0C21E776-FA3B-AB4D-8AB6-4BECA2601FBD}" type="presOf" srcId="{09F9266F-748F-4DCC-9B21-F86897821FFD}" destId="{A5459C56-1C6A-6E4C-BB04-DE5AFCF83A96}" srcOrd="1" destOrd="0" presId="urn:microsoft.com/office/officeart/2016/7/layout/RepeatingBendingProcessNew"/>
    <dgm:cxn modelId="{76895079-93C1-DE45-ACA6-0E92224FA3C5}" type="presOf" srcId="{C3C2F49A-2F13-49BA-833A-886F415A4DE8}" destId="{63711470-2015-714E-9FE0-81113F7F71FD}" srcOrd="0" destOrd="0" presId="urn:microsoft.com/office/officeart/2016/7/layout/RepeatingBendingProcessNew"/>
    <dgm:cxn modelId="{596FF784-62D6-CB43-AD43-8E0EF7168C22}" type="presOf" srcId="{F375F5C6-8B75-4E89-A953-8C7BE92E07C0}" destId="{A75BBD67-ADDD-8943-9D64-B1B8E4263C3D}" srcOrd="0" destOrd="0" presId="urn:microsoft.com/office/officeart/2016/7/layout/RepeatingBendingProcessNew"/>
    <dgm:cxn modelId="{B90B718A-01D8-F246-AEB4-E2FF74795EEB}" type="presOf" srcId="{39A3F5E8-902F-4B9F-A9BE-C48C9957DCA7}" destId="{D9EB1123-4289-3E47-A652-D63FA7501CC5}" srcOrd="0" destOrd="0" presId="urn:microsoft.com/office/officeart/2016/7/layout/RepeatingBendingProcessNew"/>
    <dgm:cxn modelId="{397F7B92-9280-E642-942A-C474B47BF38D}" type="presOf" srcId="{F28931AF-058B-4835-B7F4-E69E2D5BA52B}" destId="{AE2E92FB-53DE-444E-8F04-C29FB8F41B7C}" srcOrd="0" destOrd="0" presId="urn:microsoft.com/office/officeart/2016/7/layout/RepeatingBendingProcessNew"/>
    <dgm:cxn modelId="{385D8DA6-687B-4C23-B688-9F8380EA628F}" srcId="{290ED651-2049-42E3-A6A5-1AB6F7AD745D}" destId="{E7B94FDD-B544-40B6-8336-BF6DA41CD38A}" srcOrd="2" destOrd="0" parTransId="{299FFA41-81B6-43D2-8302-16F4AE87B053}" sibTransId="{2CEE11A2-76B1-432B-A10F-3C7459E08F3A}"/>
    <dgm:cxn modelId="{D939D0AA-C24F-A843-B612-2A9FEBB5865D}" type="presOf" srcId="{39A3F5E8-902F-4B9F-A9BE-C48C9957DCA7}" destId="{F110D691-E2FA-2D45-A415-B5C4224373F2}" srcOrd="1" destOrd="0" presId="urn:microsoft.com/office/officeart/2016/7/layout/RepeatingBendingProcessNew"/>
    <dgm:cxn modelId="{B33366B8-26D3-714D-93D3-F3BD3A476E54}" type="presOf" srcId="{F28931AF-058B-4835-B7F4-E69E2D5BA52B}" destId="{5E3DC312-3A5B-8940-A118-0708E6AB3D82}" srcOrd="1" destOrd="0" presId="urn:microsoft.com/office/officeart/2016/7/layout/RepeatingBendingProcessNew"/>
    <dgm:cxn modelId="{04F084C2-E8E4-3844-9804-5F20BCAF02D8}" type="presOf" srcId="{E7B94FDD-B544-40B6-8336-BF6DA41CD38A}" destId="{F5402338-5DD5-1040-931D-E3D371388069}" srcOrd="0" destOrd="0" presId="urn:microsoft.com/office/officeart/2016/7/layout/RepeatingBendingProcessNew"/>
    <dgm:cxn modelId="{B63243CE-47F8-DD4E-AC84-AC7BA8297DDA}" type="presOf" srcId="{F375F5C6-8B75-4E89-A953-8C7BE92E07C0}" destId="{59B17B40-0208-3942-AC65-9351989DF361}" srcOrd="1" destOrd="0" presId="urn:microsoft.com/office/officeart/2016/7/layout/RepeatingBendingProcessNew"/>
    <dgm:cxn modelId="{581B91D7-3885-4D8C-A9C5-670BDF1588A1}" srcId="{290ED651-2049-42E3-A6A5-1AB6F7AD745D}" destId="{CA1E51AA-AB2B-47FF-832D-DD944F55FD3A}" srcOrd="3" destOrd="0" parTransId="{3428169B-A278-429A-8A79-9BC501AC165C}" sibTransId="{39A3F5E8-902F-4B9F-A9BE-C48C9957DCA7}"/>
    <dgm:cxn modelId="{995665E6-B71D-410A-808B-91DE1C3C7922}" srcId="{290ED651-2049-42E3-A6A5-1AB6F7AD745D}" destId="{B5F2A46F-F3B7-4E87-B4FB-2EA6D54F8B45}" srcOrd="0" destOrd="0" parTransId="{75B0918F-8550-4489-B21E-326F443CB5C5}" sibTransId="{F375F5C6-8B75-4E89-A953-8C7BE92E07C0}"/>
    <dgm:cxn modelId="{8694DBEE-03A5-4148-BAA5-23A8845B4C12}" type="presOf" srcId="{2CEE11A2-76B1-432B-A10F-3C7459E08F3A}" destId="{FD8506D4-06BC-854D-857A-095AB28197E5}" srcOrd="1" destOrd="0" presId="urn:microsoft.com/office/officeart/2016/7/layout/RepeatingBendingProcessNew"/>
    <dgm:cxn modelId="{082BB6FF-2E70-0941-9FD0-4AC66C530F85}" type="presOf" srcId="{CEE65CA3-7136-4239-8157-099B8A35FED1}" destId="{BA1B5399-DC15-374F-AA1C-0EE1A53FEA5E}" srcOrd="0" destOrd="0" presId="urn:microsoft.com/office/officeart/2016/7/layout/RepeatingBendingProcessNew"/>
    <dgm:cxn modelId="{BB51CDFF-789E-CF44-BA69-5DE2A270B005}" type="presOf" srcId="{2CEE11A2-76B1-432B-A10F-3C7459E08F3A}" destId="{733E318C-A6DB-A440-8BD0-E5013EF801A4}" srcOrd="0" destOrd="0" presId="urn:microsoft.com/office/officeart/2016/7/layout/RepeatingBendingProcessNew"/>
    <dgm:cxn modelId="{8C1B2601-F736-C54F-91EB-ABB45A16A4E9}" type="presParOf" srcId="{1D77B978-B39E-CA4C-AAE2-6E1D807D7071}" destId="{1F600FEB-DF46-F14E-9680-B091EF8F709E}" srcOrd="0" destOrd="0" presId="urn:microsoft.com/office/officeart/2016/7/layout/RepeatingBendingProcessNew"/>
    <dgm:cxn modelId="{E9EB5D0D-0C4A-3B40-A0CF-84FA3695154D}" type="presParOf" srcId="{1D77B978-B39E-CA4C-AAE2-6E1D807D7071}" destId="{A75BBD67-ADDD-8943-9D64-B1B8E4263C3D}" srcOrd="1" destOrd="0" presId="urn:microsoft.com/office/officeart/2016/7/layout/RepeatingBendingProcessNew"/>
    <dgm:cxn modelId="{D4876E6C-A53D-4248-B818-C935D17E0FCF}" type="presParOf" srcId="{A75BBD67-ADDD-8943-9D64-B1B8E4263C3D}" destId="{59B17B40-0208-3942-AC65-9351989DF361}" srcOrd="0" destOrd="0" presId="urn:microsoft.com/office/officeart/2016/7/layout/RepeatingBendingProcessNew"/>
    <dgm:cxn modelId="{0A1EA87C-322B-144A-B06F-E2ED1170AA87}" type="presParOf" srcId="{1D77B978-B39E-CA4C-AAE2-6E1D807D7071}" destId="{63711470-2015-714E-9FE0-81113F7F71FD}" srcOrd="2" destOrd="0" presId="urn:microsoft.com/office/officeart/2016/7/layout/RepeatingBendingProcessNew"/>
    <dgm:cxn modelId="{969C3A67-8AB1-A742-8D9A-6E7985E49C89}" type="presParOf" srcId="{1D77B978-B39E-CA4C-AAE2-6E1D807D7071}" destId="{FFDEAB02-BE48-0348-AF41-6B4A2BE9975F}" srcOrd="3" destOrd="0" presId="urn:microsoft.com/office/officeart/2016/7/layout/RepeatingBendingProcessNew"/>
    <dgm:cxn modelId="{FA2438BE-D32B-3947-BD1E-EEAC2DB1132C}" type="presParOf" srcId="{FFDEAB02-BE48-0348-AF41-6B4A2BE9975F}" destId="{A5459C56-1C6A-6E4C-BB04-DE5AFCF83A96}" srcOrd="0" destOrd="0" presId="urn:microsoft.com/office/officeart/2016/7/layout/RepeatingBendingProcessNew"/>
    <dgm:cxn modelId="{79A81656-B818-4E4B-869A-AC7B7F1FA8D0}" type="presParOf" srcId="{1D77B978-B39E-CA4C-AAE2-6E1D807D7071}" destId="{F5402338-5DD5-1040-931D-E3D371388069}" srcOrd="4" destOrd="0" presId="urn:microsoft.com/office/officeart/2016/7/layout/RepeatingBendingProcessNew"/>
    <dgm:cxn modelId="{6E9CA59C-2FD1-9E4E-B88C-83288748BAED}" type="presParOf" srcId="{1D77B978-B39E-CA4C-AAE2-6E1D807D7071}" destId="{733E318C-A6DB-A440-8BD0-E5013EF801A4}" srcOrd="5" destOrd="0" presId="urn:microsoft.com/office/officeart/2016/7/layout/RepeatingBendingProcessNew"/>
    <dgm:cxn modelId="{E3B1E5F5-FE5A-EF48-8614-A2D7E6D4BA5C}" type="presParOf" srcId="{733E318C-A6DB-A440-8BD0-E5013EF801A4}" destId="{FD8506D4-06BC-854D-857A-095AB28197E5}" srcOrd="0" destOrd="0" presId="urn:microsoft.com/office/officeart/2016/7/layout/RepeatingBendingProcessNew"/>
    <dgm:cxn modelId="{22D2AED3-2CA1-C64F-8CF6-BD6D4D830310}" type="presParOf" srcId="{1D77B978-B39E-CA4C-AAE2-6E1D807D7071}" destId="{AA6B513C-3FAA-4B4F-95D8-20CDA2A072F6}" srcOrd="6" destOrd="0" presId="urn:microsoft.com/office/officeart/2016/7/layout/RepeatingBendingProcessNew"/>
    <dgm:cxn modelId="{FA147558-90FD-414F-85EB-1049DA523384}" type="presParOf" srcId="{1D77B978-B39E-CA4C-AAE2-6E1D807D7071}" destId="{D9EB1123-4289-3E47-A652-D63FA7501CC5}" srcOrd="7" destOrd="0" presId="urn:microsoft.com/office/officeart/2016/7/layout/RepeatingBendingProcessNew"/>
    <dgm:cxn modelId="{A8E44964-5A67-C148-8BF9-76F185425ABA}" type="presParOf" srcId="{D9EB1123-4289-3E47-A652-D63FA7501CC5}" destId="{F110D691-E2FA-2D45-A415-B5C4224373F2}" srcOrd="0" destOrd="0" presId="urn:microsoft.com/office/officeart/2016/7/layout/RepeatingBendingProcessNew"/>
    <dgm:cxn modelId="{6D00DD49-7E3C-6A4D-BFDE-06042D8292AF}" type="presParOf" srcId="{1D77B978-B39E-CA4C-AAE2-6E1D807D7071}" destId="{EA7F7879-FF61-FB4C-AD33-DB3F9C21A6E2}" srcOrd="8" destOrd="0" presId="urn:microsoft.com/office/officeart/2016/7/layout/RepeatingBendingProcessNew"/>
    <dgm:cxn modelId="{BD62048F-9B24-0949-BFB5-07E61CCF0A8E}" type="presParOf" srcId="{1D77B978-B39E-CA4C-AAE2-6E1D807D7071}" destId="{AE2E92FB-53DE-444E-8F04-C29FB8F41B7C}" srcOrd="9" destOrd="0" presId="urn:microsoft.com/office/officeart/2016/7/layout/RepeatingBendingProcessNew"/>
    <dgm:cxn modelId="{3AB5D0E4-8C1F-7F4D-B5A1-31B97801F3C4}" type="presParOf" srcId="{AE2E92FB-53DE-444E-8F04-C29FB8F41B7C}" destId="{5E3DC312-3A5B-8940-A118-0708E6AB3D82}" srcOrd="0" destOrd="0" presId="urn:microsoft.com/office/officeart/2016/7/layout/RepeatingBendingProcessNew"/>
    <dgm:cxn modelId="{210AAA4A-9D80-784B-9649-AA95A673AB6B}" type="presParOf" srcId="{1D77B978-B39E-CA4C-AAE2-6E1D807D7071}" destId="{BA1B5399-DC15-374F-AA1C-0EE1A53FEA5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45F02F-51B8-406A-B8F5-D300932F140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6A9C6EF-DF89-4D29-9EB5-89C3FDB7A07B}">
      <dgm:prSet/>
      <dgm:spPr/>
      <dgm:t>
        <a:bodyPr/>
        <a:lstStyle/>
        <a:p>
          <a:pPr>
            <a:defRPr b="1"/>
          </a:pPr>
          <a:r>
            <a:rPr lang="en-US" b="1"/>
            <a:t>Hardware</a:t>
          </a:r>
          <a:endParaRPr lang="en-US"/>
        </a:p>
      </dgm:t>
    </dgm:pt>
    <dgm:pt modelId="{CA2C515E-9197-4B4C-B594-EF59C355885F}" type="parTrans" cxnId="{B0FB8C2B-0310-446C-A8E0-01E671CCF317}">
      <dgm:prSet/>
      <dgm:spPr/>
      <dgm:t>
        <a:bodyPr/>
        <a:lstStyle/>
        <a:p>
          <a:endParaRPr lang="en-US"/>
        </a:p>
      </dgm:t>
    </dgm:pt>
    <dgm:pt modelId="{6C8FA980-946F-4ACE-8363-46321E56FADC}" type="sibTrans" cxnId="{B0FB8C2B-0310-446C-A8E0-01E671CCF317}">
      <dgm:prSet/>
      <dgm:spPr/>
      <dgm:t>
        <a:bodyPr/>
        <a:lstStyle/>
        <a:p>
          <a:endParaRPr lang="en-US"/>
        </a:p>
      </dgm:t>
    </dgm:pt>
    <dgm:pt modelId="{2C19DC24-FBFE-47B0-884F-DCEA09F51D65}">
      <dgm:prSet/>
      <dgm:spPr/>
      <dgm:t>
        <a:bodyPr/>
        <a:lstStyle/>
        <a:p>
          <a:r>
            <a:rPr lang="en-US" b="1"/>
            <a:t>Raspberry Pi 4</a:t>
          </a:r>
          <a:endParaRPr lang="en-US"/>
        </a:p>
      </dgm:t>
    </dgm:pt>
    <dgm:pt modelId="{6CE0C828-3BE1-48C3-96B8-DF51277E5501}" type="parTrans" cxnId="{C02F9D21-5DE8-4FAD-BEAE-4C41F9AA98B8}">
      <dgm:prSet/>
      <dgm:spPr/>
      <dgm:t>
        <a:bodyPr/>
        <a:lstStyle/>
        <a:p>
          <a:endParaRPr lang="en-US"/>
        </a:p>
      </dgm:t>
    </dgm:pt>
    <dgm:pt modelId="{6B533C20-72E9-49B7-B06D-2B4DB6214E87}" type="sibTrans" cxnId="{C02F9D21-5DE8-4FAD-BEAE-4C41F9AA98B8}">
      <dgm:prSet/>
      <dgm:spPr/>
      <dgm:t>
        <a:bodyPr/>
        <a:lstStyle/>
        <a:p>
          <a:endParaRPr lang="en-US"/>
        </a:p>
      </dgm:t>
    </dgm:pt>
    <dgm:pt modelId="{F6757367-21F0-4319-BCEF-9430AD3CBB84}">
      <dgm:prSet/>
      <dgm:spPr/>
      <dgm:t>
        <a:bodyPr/>
        <a:lstStyle/>
        <a:p>
          <a:r>
            <a:rPr lang="en-US"/>
            <a:t>Main computing unit</a:t>
          </a:r>
        </a:p>
      </dgm:t>
    </dgm:pt>
    <dgm:pt modelId="{AE47BA9F-3751-4D5D-809A-4F206F2912A7}" type="parTrans" cxnId="{64EC3490-61BB-470F-8B99-20F76A66F3F0}">
      <dgm:prSet/>
      <dgm:spPr/>
      <dgm:t>
        <a:bodyPr/>
        <a:lstStyle/>
        <a:p>
          <a:endParaRPr lang="en-US"/>
        </a:p>
      </dgm:t>
    </dgm:pt>
    <dgm:pt modelId="{0BEC5DD7-B477-45DE-AFAD-02AE0364889F}" type="sibTrans" cxnId="{64EC3490-61BB-470F-8B99-20F76A66F3F0}">
      <dgm:prSet/>
      <dgm:spPr/>
      <dgm:t>
        <a:bodyPr/>
        <a:lstStyle/>
        <a:p>
          <a:endParaRPr lang="en-US"/>
        </a:p>
      </dgm:t>
    </dgm:pt>
    <dgm:pt modelId="{9DC1D78F-34B4-44EB-A171-C1FE81A60D2B}">
      <dgm:prSet/>
      <dgm:spPr/>
      <dgm:t>
        <a:bodyPr/>
        <a:lstStyle/>
        <a:p>
          <a:r>
            <a:rPr lang="en-US" b="1"/>
            <a:t>Pi Camera Module V2</a:t>
          </a:r>
          <a:endParaRPr lang="en-US"/>
        </a:p>
      </dgm:t>
    </dgm:pt>
    <dgm:pt modelId="{EFB862D0-760D-43E4-B89A-198EC14DBDA0}" type="parTrans" cxnId="{EB23FE8A-7E87-45D2-AFE0-8ECEB31138DA}">
      <dgm:prSet/>
      <dgm:spPr/>
      <dgm:t>
        <a:bodyPr/>
        <a:lstStyle/>
        <a:p>
          <a:endParaRPr lang="en-US"/>
        </a:p>
      </dgm:t>
    </dgm:pt>
    <dgm:pt modelId="{CBFE861C-9879-4697-8074-6EDFE7D025D4}" type="sibTrans" cxnId="{EB23FE8A-7E87-45D2-AFE0-8ECEB31138DA}">
      <dgm:prSet/>
      <dgm:spPr/>
      <dgm:t>
        <a:bodyPr/>
        <a:lstStyle/>
        <a:p>
          <a:endParaRPr lang="en-US"/>
        </a:p>
      </dgm:t>
    </dgm:pt>
    <dgm:pt modelId="{B18F1E47-938C-44BC-AFC8-5E7EDC7FFAA0}">
      <dgm:prSet/>
      <dgm:spPr/>
      <dgm:t>
        <a:bodyPr/>
        <a:lstStyle/>
        <a:p>
          <a:r>
            <a:rPr lang="en-US" dirty="0"/>
            <a:t>8MP video capture</a:t>
          </a:r>
        </a:p>
      </dgm:t>
    </dgm:pt>
    <dgm:pt modelId="{7CF9299A-9B48-4017-8F00-602204FD3C2C}" type="parTrans" cxnId="{0BDFBD77-E47E-4100-B924-A859EABFD3ED}">
      <dgm:prSet/>
      <dgm:spPr/>
      <dgm:t>
        <a:bodyPr/>
        <a:lstStyle/>
        <a:p>
          <a:endParaRPr lang="en-US"/>
        </a:p>
      </dgm:t>
    </dgm:pt>
    <dgm:pt modelId="{7A62CC87-03C3-45B7-9EA8-4453DEB09712}" type="sibTrans" cxnId="{0BDFBD77-E47E-4100-B924-A859EABFD3ED}">
      <dgm:prSet/>
      <dgm:spPr/>
      <dgm:t>
        <a:bodyPr/>
        <a:lstStyle/>
        <a:p>
          <a:endParaRPr lang="en-US"/>
        </a:p>
      </dgm:t>
    </dgm:pt>
    <dgm:pt modelId="{C4B548EF-7419-45A5-AC33-2235C51C4F04}">
      <dgm:prSet/>
      <dgm:spPr/>
      <dgm:t>
        <a:bodyPr/>
        <a:lstStyle/>
        <a:p>
          <a:r>
            <a:rPr lang="en-US" b="1"/>
            <a:t>Power Supply</a:t>
          </a:r>
          <a:endParaRPr lang="en-US"/>
        </a:p>
      </dgm:t>
    </dgm:pt>
    <dgm:pt modelId="{A5C28D1C-2953-41A6-B716-3F714349F3EE}" type="parTrans" cxnId="{DD7183DB-7094-4A54-8EF2-8F24BE1063DE}">
      <dgm:prSet/>
      <dgm:spPr/>
      <dgm:t>
        <a:bodyPr/>
        <a:lstStyle/>
        <a:p>
          <a:endParaRPr lang="en-US"/>
        </a:p>
      </dgm:t>
    </dgm:pt>
    <dgm:pt modelId="{7BF957F4-D0DF-4438-811F-6D18585A8BAF}" type="sibTrans" cxnId="{DD7183DB-7094-4A54-8EF2-8F24BE1063DE}">
      <dgm:prSet/>
      <dgm:spPr/>
      <dgm:t>
        <a:bodyPr/>
        <a:lstStyle/>
        <a:p>
          <a:endParaRPr lang="en-US"/>
        </a:p>
      </dgm:t>
    </dgm:pt>
    <dgm:pt modelId="{D957E715-CEA7-4699-AD6C-9086775C1631}">
      <dgm:prSet/>
      <dgm:spPr/>
      <dgm:t>
        <a:bodyPr/>
        <a:lstStyle/>
        <a:p>
          <a:r>
            <a:rPr lang="en-US"/>
            <a:t>5V/3A USB-C adapter</a:t>
          </a:r>
        </a:p>
      </dgm:t>
    </dgm:pt>
    <dgm:pt modelId="{D8483E31-8FCD-4572-8E6F-8A61362597EC}" type="parTrans" cxnId="{930460CD-B281-440B-B4B3-5DF4C0F66B88}">
      <dgm:prSet/>
      <dgm:spPr/>
      <dgm:t>
        <a:bodyPr/>
        <a:lstStyle/>
        <a:p>
          <a:endParaRPr lang="en-US"/>
        </a:p>
      </dgm:t>
    </dgm:pt>
    <dgm:pt modelId="{D776A8F0-A305-40A1-9006-9B6DFB5EA0EC}" type="sibTrans" cxnId="{930460CD-B281-440B-B4B3-5DF4C0F66B88}">
      <dgm:prSet/>
      <dgm:spPr/>
      <dgm:t>
        <a:bodyPr/>
        <a:lstStyle/>
        <a:p>
          <a:endParaRPr lang="en-US"/>
        </a:p>
      </dgm:t>
    </dgm:pt>
    <dgm:pt modelId="{8FCCFDD0-DD72-4B2B-9F7A-5023CA51AD04}">
      <dgm:prSet/>
      <dgm:spPr/>
      <dgm:t>
        <a:bodyPr/>
        <a:lstStyle/>
        <a:p>
          <a:r>
            <a:rPr lang="en-US" b="1"/>
            <a:t>Storage</a:t>
          </a:r>
          <a:endParaRPr lang="en-US"/>
        </a:p>
      </dgm:t>
    </dgm:pt>
    <dgm:pt modelId="{8D690F2A-2B06-40B6-8AFB-9D3CA8915EDA}" type="parTrans" cxnId="{AA06ADC5-B7F0-46EE-9557-F9A351B1E46A}">
      <dgm:prSet/>
      <dgm:spPr/>
      <dgm:t>
        <a:bodyPr/>
        <a:lstStyle/>
        <a:p>
          <a:endParaRPr lang="en-US"/>
        </a:p>
      </dgm:t>
    </dgm:pt>
    <dgm:pt modelId="{A19F7380-A837-4191-8218-D387FC386250}" type="sibTrans" cxnId="{AA06ADC5-B7F0-46EE-9557-F9A351B1E46A}">
      <dgm:prSet/>
      <dgm:spPr/>
      <dgm:t>
        <a:bodyPr/>
        <a:lstStyle/>
        <a:p>
          <a:endParaRPr lang="en-US"/>
        </a:p>
      </dgm:t>
    </dgm:pt>
    <dgm:pt modelId="{957824E7-65BE-4B4E-8454-0B7221CFCD51}">
      <dgm:prSet/>
      <dgm:spPr/>
      <dgm:t>
        <a:bodyPr/>
        <a:lstStyle/>
        <a:p>
          <a:r>
            <a:rPr lang="en-US"/>
            <a:t>32GB microSD card</a:t>
          </a:r>
        </a:p>
      </dgm:t>
    </dgm:pt>
    <dgm:pt modelId="{117E7C8E-56EF-4B39-A73D-1E1F476932E9}" type="parTrans" cxnId="{F0EED990-33D9-44B7-AD2B-CB1FD9AD57AD}">
      <dgm:prSet/>
      <dgm:spPr/>
      <dgm:t>
        <a:bodyPr/>
        <a:lstStyle/>
        <a:p>
          <a:endParaRPr lang="en-US"/>
        </a:p>
      </dgm:t>
    </dgm:pt>
    <dgm:pt modelId="{B1E63A81-79B6-4FED-B53A-A3660CF76E60}" type="sibTrans" cxnId="{F0EED990-33D9-44B7-AD2B-CB1FD9AD57AD}">
      <dgm:prSet/>
      <dgm:spPr/>
      <dgm:t>
        <a:bodyPr/>
        <a:lstStyle/>
        <a:p>
          <a:endParaRPr lang="en-US"/>
        </a:p>
      </dgm:t>
    </dgm:pt>
    <dgm:pt modelId="{0D80D345-6502-43E9-BE29-777321EE8574}">
      <dgm:prSet/>
      <dgm:spPr/>
      <dgm:t>
        <a:bodyPr/>
        <a:lstStyle/>
        <a:p>
          <a:pPr>
            <a:defRPr b="1"/>
          </a:pPr>
          <a:r>
            <a:rPr lang="en-US" b="1"/>
            <a:t>Software</a:t>
          </a:r>
          <a:endParaRPr lang="en-US"/>
        </a:p>
      </dgm:t>
    </dgm:pt>
    <dgm:pt modelId="{F16ADEB7-6163-4915-AA0D-6117307D38D7}" type="parTrans" cxnId="{8F2ADCBF-FC26-4A3C-B500-395F430A7BAD}">
      <dgm:prSet/>
      <dgm:spPr/>
      <dgm:t>
        <a:bodyPr/>
        <a:lstStyle/>
        <a:p>
          <a:endParaRPr lang="en-US"/>
        </a:p>
      </dgm:t>
    </dgm:pt>
    <dgm:pt modelId="{A92FE3AA-8587-4CFE-8D25-EBEBB276D57D}" type="sibTrans" cxnId="{8F2ADCBF-FC26-4A3C-B500-395F430A7BAD}">
      <dgm:prSet/>
      <dgm:spPr/>
      <dgm:t>
        <a:bodyPr/>
        <a:lstStyle/>
        <a:p>
          <a:endParaRPr lang="en-US"/>
        </a:p>
      </dgm:t>
    </dgm:pt>
    <dgm:pt modelId="{1CDA3560-7B75-4BB7-AA5D-8A387E24C971}">
      <dgm:prSet/>
      <dgm:spPr/>
      <dgm:t>
        <a:bodyPr/>
        <a:lstStyle/>
        <a:p>
          <a:r>
            <a:rPr lang="en-US" b="1"/>
            <a:t>Raspberry Pi OS</a:t>
          </a:r>
          <a:endParaRPr lang="en-US"/>
        </a:p>
      </dgm:t>
    </dgm:pt>
    <dgm:pt modelId="{924DBE3A-3F9A-47B9-93C8-32D3D7093238}" type="parTrans" cxnId="{C19C11D2-690A-4623-9106-4C8D82FF232F}">
      <dgm:prSet/>
      <dgm:spPr/>
      <dgm:t>
        <a:bodyPr/>
        <a:lstStyle/>
        <a:p>
          <a:endParaRPr lang="en-US"/>
        </a:p>
      </dgm:t>
    </dgm:pt>
    <dgm:pt modelId="{5B224C06-F8BC-498E-883F-19035CA2C11B}" type="sibTrans" cxnId="{C19C11D2-690A-4623-9106-4C8D82FF232F}">
      <dgm:prSet/>
      <dgm:spPr/>
      <dgm:t>
        <a:bodyPr/>
        <a:lstStyle/>
        <a:p>
          <a:endParaRPr lang="en-US"/>
        </a:p>
      </dgm:t>
    </dgm:pt>
    <dgm:pt modelId="{06BE7762-C6AF-4D35-A002-CC039EBC7248}">
      <dgm:prSet/>
      <dgm:spPr/>
      <dgm:t>
        <a:bodyPr/>
        <a:lstStyle/>
        <a:p>
          <a:r>
            <a:rPr lang="en-US" dirty="0"/>
            <a:t>Debian-Bookworm</a:t>
          </a:r>
        </a:p>
      </dgm:t>
    </dgm:pt>
    <dgm:pt modelId="{C7C24CCA-9129-4B70-8089-E9583881CCBC}" type="parTrans" cxnId="{A183E5EF-0195-4F3B-A317-B6343C10EE8B}">
      <dgm:prSet/>
      <dgm:spPr/>
      <dgm:t>
        <a:bodyPr/>
        <a:lstStyle/>
        <a:p>
          <a:endParaRPr lang="en-US"/>
        </a:p>
      </dgm:t>
    </dgm:pt>
    <dgm:pt modelId="{8151C395-F8AE-4521-9F53-EB31AF4E77C3}" type="sibTrans" cxnId="{A183E5EF-0195-4F3B-A317-B6343C10EE8B}">
      <dgm:prSet/>
      <dgm:spPr/>
      <dgm:t>
        <a:bodyPr/>
        <a:lstStyle/>
        <a:p>
          <a:endParaRPr lang="en-US"/>
        </a:p>
      </dgm:t>
    </dgm:pt>
    <dgm:pt modelId="{A5AF53E1-96FF-4E61-BE59-5CEC1745F2E6}">
      <dgm:prSet/>
      <dgm:spPr/>
      <dgm:t>
        <a:bodyPr/>
        <a:lstStyle/>
        <a:p>
          <a:r>
            <a:rPr lang="en-US" b="1"/>
            <a:t>Python 3.8+</a:t>
          </a:r>
          <a:endParaRPr lang="en-US"/>
        </a:p>
      </dgm:t>
    </dgm:pt>
    <dgm:pt modelId="{B094E697-B3AE-406D-AD72-BE3ED42C765F}" type="parTrans" cxnId="{7BD1E766-C943-4E39-8C18-9CFDE90BF457}">
      <dgm:prSet/>
      <dgm:spPr/>
      <dgm:t>
        <a:bodyPr/>
        <a:lstStyle/>
        <a:p>
          <a:endParaRPr lang="en-US"/>
        </a:p>
      </dgm:t>
    </dgm:pt>
    <dgm:pt modelId="{B6DF95B0-8147-4D11-AF1D-7B686378BEA9}" type="sibTrans" cxnId="{7BD1E766-C943-4E39-8C18-9CFDE90BF457}">
      <dgm:prSet/>
      <dgm:spPr/>
      <dgm:t>
        <a:bodyPr/>
        <a:lstStyle/>
        <a:p>
          <a:endParaRPr lang="en-US"/>
        </a:p>
      </dgm:t>
    </dgm:pt>
    <dgm:pt modelId="{7660F423-D5BA-4FF9-A8BF-5D796E91CA9C}">
      <dgm:prSet/>
      <dgm:spPr/>
      <dgm:t>
        <a:bodyPr/>
        <a:lstStyle/>
        <a:p>
          <a:r>
            <a:rPr lang="en-US" dirty="0"/>
            <a:t>Programming language</a:t>
          </a:r>
        </a:p>
      </dgm:t>
    </dgm:pt>
    <dgm:pt modelId="{9203EB9D-1A57-4F21-8BAE-EA6A48598AF4}" type="parTrans" cxnId="{BCE57AF7-AC58-46A6-A2E0-D933206BD739}">
      <dgm:prSet/>
      <dgm:spPr/>
      <dgm:t>
        <a:bodyPr/>
        <a:lstStyle/>
        <a:p>
          <a:endParaRPr lang="en-US"/>
        </a:p>
      </dgm:t>
    </dgm:pt>
    <dgm:pt modelId="{D2571596-852D-4931-BC6F-A49235CC1CA8}" type="sibTrans" cxnId="{BCE57AF7-AC58-46A6-A2E0-D933206BD739}">
      <dgm:prSet/>
      <dgm:spPr/>
      <dgm:t>
        <a:bodyPr/>
        <a:lstStyle/>
        <a:p>
          <a:endParaRPr lang="en-US"/>
        </a:p>
      </dgm:t>
    </dgm:pt>
    <dgm:pt modelId="{B0A691B2-3434-467E-878B-959946AE0E88}">
      <dgm:prSet/>
      <dgm:spPr/>
      <dgm:t>
        <a:bodyPr/>
        <a:lstStyle/>
        <a:p>
          <a:r>
            <a:rPr lang="en-US" b="1"/>
            <a:t>OpenCV 4.5+</a:t>
          </a:r>
          <a:endParaRPr lang="en-US"/>
        </a:p>
      </dgm:t>
    </dgm:pt>
    <dgm:pt modelId="{0E9F68AE-8F19-40A5-B121-C9E4105A5F38}" type="parTrans" cxnId="{334BC3AE-41FC-45F4-9AA0-51A4F90F9D37}">
      <dgm:prSet/>
      <dgm:spPr/>
      <dgm:t>
        <a:bodyPr/>
        <a:lstStyle/>
        <a:p>
          <a:endParaRPr lang="en-US"/>
        </a:p>
      </dgm:t>
    </dgm:pt>
    <dgm:pt modelId="{FC64CF03-3742-4B42-AC70-F34AF6B6BFE2}" type="sibTrans" cxnId="{334BC3AE-41FC-45F4-9AA0-51A4F90F9D37}">
      <dgm:prSet/>
      <dgm:spPr/>
      <dgm:t>
        <a:bodyPr/>
        <a:lstStyle/>
        <a:p>
          <a:endParaRPr lang="en-US"/>
        </a:p>
      </dgm:t>
    </dgm:pt>
    <dgm:pt modelId="{88C77867-E34A-4B4A-9684-2260A2C08568}">
      <dgm:prSet/>
      <dgm:spPr/>
      <dgm:t>
        <a:bodyPr/>
        <a:lstStyle/>
        <a:p>
          <a:r>
            <a:rPr lang="en-US"/>
            <a:t>Computer vision library</a:t>
          </a:r>
        </a:p>
      </dgm:t>
    </dgm:pt>
    <dgm:pt modelId="{1D6D147D-7601-41CD-AB78-4807D6DB174E}" type="parTrans" cxnId="{9329C790-9A0F-4AE4-A7F6-78DE20FF8EC2}">
      <dgm:prSet/>
      <dgm:spPr/>
      <dgm:t>
        <a:bodyPr/>
        <a:lstStyle/>
        <a:p>
          <a:endParaRPr lang="en-US"/>
        </a:p>
      </dgm:t>
    </dgm:pt>
    <dgm:pt modelId="{2A92B89C-9019-47AB-984F-B35D5FB17172}" type="sibTrans" cxnId="{9329C790-9A0F-4AE4-A7F6-78DE20FF8EC2}">
      <dgm:prSet/>
      <dgm:spPr/>
      <dgm:t>
        <a:bodyPr/>
        <a:lstStyle/>
        <a:p>
          <a:endParaRPr lang="en-US"/>
        </a:p>
      </dgm:t>
    </dgm:pt>
    <dgm:pt modelId="{60FB890A-0526-4B1C-B61A-6DAE34314BA5}">
      <dgm:prSet/>
      <dgm:spPr/>
      <dgm:t>
        <a:bodyPr/>
        <a:lstStyle/>
        <a:p>
          <a:r>
            <a:rPr lang="en-US" b="1"/>
            <a:t>YuNet + SFace Models</a:t>
          </a:r>
          <a:endParaRPr lang="en-US"/>
        </a:p>
      </dgm:t>
    </dgm:pt>
    <dgm:pt modelId="{54DBEDE2-B45F-43FE-867D-6041101BA0AC}" type="parTrans" cxnId="{E62D638C-3620-4D9F-9DE9-E19CCA4FE2B5}">
      <dgm:prSet/>
      <dgm:spPr/>
      <dgm:t>
        <a:bodyPr/>
        <a:lstStyle/>
        <a:p>
          <a:endParaRPr lang="en-US"/>
        </a:p>
      </dgm:t>
    </dgm:pt>
    <dgm:pt modelId="{C73B6440-4FEB-4E9E-84EE-248ECB9A0386}" type="sibTrans" cxnId="{E62D638C-3620-4D9F-9DE9-E19CCA4FE2B5}">
      <dgm:prSet/>
      <dgm:spPr/>
      <dgm:t>
        <a:bodyPr/>
        <a:lstStyle/>
        <a:p>
          <a:endParaRPr lang="en-US"/>
        </a:p>
      </dgm:t>
    </dgm:pt>
    <dgm:pt modelId="{36313786-3D42-4956-957D-7355EBC5A979}">
      <dgm:prSet/>
      <dgm:spPr/>
      <dgm:t>
        <a:bodyPr/>
        <a:lstStyle/>
        <a:p>
          <a:r>
            <a:rPr lang="en-US"/>
            <a:t>Pre-trained ML models</a:t>
          </a:r>
        </a:p>
      </dgm:t>
    </dgm:pt>
    <dgm:pt modelId="{A46296E8-7D13-40EC-B9A5-BCB3ACB00CF5}" type="parTrans" cxnId="{73A5FCFA-4D96-46D0-8AEE-7A4945AF6773}">
      <dgm:prSet/>
      <dgm:spPr/>
      <dgm:t>
        <a:bodyPr/>
        <a:lstStyle/>
        <a:p>
          <a:endParaRPr lang="en-US"/>
        </a:p>
      </dgm:t>
    </dgm:pt>
    <dgm:pt modelId="{9648B2C9-2E28-4DA8-B4EF-891F35725C7E}" type="sibTrans" cxnId="{73A5FCFA-4D96-46D0-8AEE-7A4945AF6773}">
      <dgm:prSet/>
      <dgm:spPr/>
      <dgm:t>
        <a:bodyPr/>
        <a:lstStyle/>
        <a:p>
          <a:endParaRPr lang="en-US"/>
        </a:p>
      </dgm:t>
    </dgm:pt>
    <dgm:pt modelId="{E47B1FE6-E762-4BBC-9712-31BECD3A90A9}" type="pres">
      <dgm:prSet presAssocID="{5645F02F-51B8-406A-B8F5-D300932F140F}" presName="linear" presStyleCnt="0">
        <dgm:presLayoutVars>
          <dgm:dir/>
          <dgm:animLvl val="lvl"/>
          <dgm:resizeHandles val="exact"/>
        </dgm:presLayoutVars>
      </dgm:prSet>
      <dgm:spPr/>
    </dgm:pt>
    <dgm:pt modelId="{F4C1F802-93FD-44B2-A660-D0378BCA15B2}" type="pres">
      <dgm:prSet presAssocID="{46A9C6EF-DF89-4D29-9EB5-89C3FDB7A07B}" presName="parentLin" presStyleCnt="0"/>
      <dgm:spPr/>
    </dgm:pt>
    <dgm:pt modelId="{A3BFD2FA-A37E-459F-A69F-55F39F26A60A}" type="pres">
      <dgm:prSet presAssocID="{46A9C6EF-DF89-4D29-9EB5-89C3FDB7A07B}" presName="parentLeftMargin" presStyleLbl="node1" presStyleIdx="0" presStyleCnt="2"/>
      <dgm:spPr/>
    </dgm:pt>
    <dgm:pt modelId="{6614CD52-B81C-4F1C-B18E-9792AFC14FFB}" type="pres">
      <dgm:prSet presAssocID="{46A9C6EF-DF89-4D29-9EB5-89C3FDB7A0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1A4F33A-0D59-40A6-BBBA-3ACBA7D795EC}" type="pres">
      <dgm:prSet presAssocID="{46A9C6EF-DF89-4D29-9EB5-89C3FDB7A07B}" presName="negativeSpace" presStyleCnt="0"/>
      <dgm:spPr/>
    </dgm:pt>
    <dgm:pt modelId="{4D271D23-D552-4170-90D2-A60D7530124F}" type="pres">
      <dgm:prSet presAssocID="{46A9C6EF-DF89-4D29-9EB5-89C3FDB7A07B}" presName="childText" presStyleLbl="conFgAcc1" presStyleIdx="0" presStyleCnt="2">
        <dgm:presLayoutVars>
          <dgm:bulletEnabled val="1"/>
        </dgm:presLayoutVars>
      </dgm:prSet>
      <dgm:spPr/>
    </dgm:pt>
    <dgm:pt modelId="{BF42ACD6-C948-4732-9247-46D2490A0E27}" type="pres">
      <dgm:prSet presAssocID="{6C8FA980-946F-4ACE-8363-46321E56FADC}" presName="spaceBetweenRectangles" presStyleCnt="0"/>
      <dgm:spPr/>
    </dgm:pt>
    <dgm:pt modelId="{707185EB-FD35-4C8C-9B2F-1F16A0738B04}" type="pres">
      <dgm:prSet presAssocID="{0D80D345-6502-43E9-BE29-777321EE8574}" presName="parentLin" presStyleCnt="0"/>
      <dgm:spPr/>
    </dgm:pt>
    <dgm:pt modelId="{3F9B15BA-16A6-41B6-BF3C-7760529B28DC}" type="pres">
      <dgm:prSet presAssocID="{0D80D345-6502-43E9-BE29-777321EE8574}" presName="parentLeftMargin" presStyleLbl="node1" presStyleIdx="0" presStyleCnt="2"/>
      <dgm:spPr/>
    </dgm:pt>
    <dgm:pt modelId="{2E1C4127-1648-4723-A911-FAAC7611BF1B}" type="pres">
      <dgm:prSet presAssocID="{0D80D345-6502-43E9-BE29-777321EE857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01B4A76-5574-43B4-8912-3B707F023832}" type="pres">
      <dgm:prSet presAssocID="{0D80D345-6502-43E9-BE29-777321EE8574}" presName="negativeSpace" presStyleCnt="0"/>
      <dgm:spPr/>
    </dgm:pt>
    <dgm:pt modelId="{DAD0AADE-AE35-4063-8072-781D2A331225}" type="pres">
      <dgm:prSet presAssocID="{0D80D345-6502-43E9-BE29-777321EE857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287FD1C-DDD1-4E3E-8A20-FDE166BC6ED2}" type="presOf" srcId="{B18F1E47-938C-44BC-AFC8-5E7EDC7FFAA0}" destId="{4D271D23-D552-4170-90D2-A60D7530124F}" srcOrd="0" destOrd="3" presId="urn:microsoft.com/office/officeart/2005/8/layout/list1"/>
    <dgm:cxn modelId="{C02F9D21-5DE8-4FAD-BEAE-4C41F9AA98B8}" srcId="{46A9C6EF-DF89-4D29-9EB5-89C3FDB7A07B}" destId="{2C19DC24-FBFE-47B0-884F-DCEA09F51D65}" srcOrd="0" destOrd="0" parTransId="{6CE0C828-3BE1-48C3-96B8-DF51277E5501}" sibTransId="{6B533C20-72E9-49B7-B06D-2B4DB6214E87}"/>
    <dgm:cxn modelId="{BA3A9C2A-14E5-40D6-96E1-8AEA6182985D}" type="presOf" srcId="{7660F423-D5BA-4FF9-A8BF-5D796E91CA9C}" destId="{DAD0AADE-AE35-4063-8072-781D2A331225}" srcOrd="0" destOrd="3" presId="urn:microsoft.com/office/officeart/2005/8/layout/list1"/>
    <dgm:cxn modelId="{69C4CC2A-2994-457E-B668-5D2C784B8DEE}" type="presOf" srcId="{88C77867-E34A-4B4A-9684-2260A2C08568}" destId="{DAD0AADE-AE35-4063-8072-781D2A331225}" srcOrd="0" destOrd="5" presId="urn:microsoft.com/office/officeart/2005/8/layout/list1"/>
    <dgm:cxn modelId="{B0FB8C2B-0310-446C-A8E0-01E671CCF317}" srcId="{5645F02F-51B8-406A-B8F5-D300932F140F}" destId="{46A9C6EF-DF89-4D29-9EB5-89C3FDB7A07B}" srcOrd="0" destOrd="0" parTransId="{CA2C515E-9197-4B4C-B594-EF59C355885F}" sibTransId="{6C8FA980-946F-4ACE-8363-46321E56FADC}"/>
    <dgm:cxn modelId="{FB9EB943-B8E8-43DF-B4B9-DA04EA521F43}" type="presOf" srcId="{5645F02F-51B8-406A-B8F5-D300932F140F}" destId="{E47B1FE6-E762-4BBC-9712-31BECD3A90A9}" srcOrd="0" destOrd="0" presId="urn:microsoft.com/office/officeart/2005/8/layout/list1"/>
    <dgm:cxn modelId="{6FC76944-3ADB-4F84-9E9D-5D7237B92783}" type="presOf" srcId="{B0A691B2-3434-467E-878B-959946AE0E88}" destId="{DAD0AADE-AE35-4063-8072-781D2A331225}" srcOrd="0" destOrd="4" presId="urn:microsoft.com/office/officeart/2005/8/layout/list1"/>
    <dgm:cxn modelId="{F9B8FA44-DAA3-4056-AC9A-EA976C9C4016}" type="presOf" srcId="{C4B548EF-7419-45A5-AC33-2235C51C4F04}" destId="{4D271D23-D552-4170-90D2-A60D7530124F}" srcOrd="0" destOrd="4" presId="urn:microsoft.com/office/officeart/2005/8/layout/list1"/>
    <dgm:cxn modelId="{3CA3D646-95B5-45C4-9B4E-EC80DB8C61C8}" type="presOf" srcId="{8FCCFDD0-DD72-4B2B-9F7A-5023CA51AD04}" destId="{4D271D23-D552-4170-90D2-A60D7530124F}" srcOrd="0" destOrd="6" presId="urn:microsoft.com/office/officeart/2005/8/layout/list1"/>
    <dgm:cxn modelId="{7BD1E766-C943-4E39-8C18-9CFDE90BF457}" srcId="{0D80D345-6502-43E9-BE29-777321EE8574}" destId="{A5AF53E1-96FF-4E61-BE59-5CEC1745F2E6}" srcOrd="1" destOrd="0" parTransId="{B094E697-B3AE-406D-AD72-BE3ED42C765F}" sibTransId="{B6DF95B0-8147-4D11-AF1D-7B686378BEA9}"/>
    <dgm:cxn modelId="{4E5E2570-FE02-48BA-AEA8-C7C453A544EF}" type="presOf" srcId="{06BE7762-C6AF-4D35-A002-CC039EBC7248}" destId="{DAD0AADE-AE35-4063-8072-781D2A331225}" srcOrd="0" destOrd="1" presId="urn:microsoft.com/office/officeart/2005/8/layout/list1"/>
    <dgm:cxn modelId="{0BDFBD77-E47E-4100-B924-A859EABFD3ED}" srcId="{9DC1D78F-34B4-44EB-A171-C1FE81A60D2B}" destId="{B18F1E47-938C-44BC-AFC8-5E7EDC7FFAA0}" srcOrd="0" destOrd="0" parTransId="{7CF9299A-9B48-4017-8F00-602204FD3C2C}" sibTransId="{7A62CC87-03C3-45B7-9EA8-4453DEB09712}"/>
    <dgm:cxn modelId="{42A0CB7C-4F31-400B-A744-864B26C334D0}" type="presOf" srcId="{36313786-3D42-4956-957D-7355EBC5A979}" destId="{DAD0AADE-AE35-4063-8072-781D2A331225}" srcOrd="0" destOrd="7" presId="urn:microsoft.com/office/officeart/2005/8/layout/list1"/>
    <dgm:cxn modelId="{EF86CE88-7D3E-4726-AD01-DC9847DED888}" type="presOf" srcId="{2C19DC24-FBFE-47B0-884F-DCEA09F51D65}" destId="{4D271D23-D552-4170-90D2-A60D7530124F}" srcOrd="0" destOrd="0" presId="urn:microsoft.com/office/officeart/2005/8/layout/list1"/>
    <dgm:cxn modelId="{E55AAA8A-8BB0-4131-92D5-D6C29F41D3AB}" type="presOf" srcId="{9DC1D78F-34B4-44EB-A171-C1FE81A60D2B}" destId="{4D271D23-D552-4170-90D2-A60D7530124F}" srcOrd="0" destOrd="2" presId="urn:microsoft.com/office/officeart/2005/8/layout/list1"/>
    <dgm:cxn modelId="{EB23FE8A-7E87-45D2-AFE0-8ECEB31138DA}" srcId="{46A9C6EF-DF89-4D29-9EB5-89C3FDB7A07B}" destId="{9DC1D78F-34B4-44EB-A171-C1FE81A60D2B}" srcOrd="1" destOrd="0" parTransId="{EFB862D0-760D-43E4-B89A-198EC14DBDA0}" sibTransId="{CBFE861C-9879-4697-8074-6EDFE7D025D4}"/>
    <dgm:cxn modelId="{E62D638C-3620-4D9F-9DE9-E19CCA4FE2B5}" srcId="{0D80D345-6502-43E9-BE29-777321EE8574}" destId="{60FB890A-0526-4B1C-B61A-6DAE34314BA5}" srcOrd="3" destOrd="0" parTransId="{54DBEDE2-B45F-43FE-867D-6041101BA0AC}" sibTransId="{C73B6440-4FEB-4E9E-84EE-248ECB9A0386}"/>
    <dgm:cxn modelId="{19AAB58E-5163-413A-B29F-E11472E1ED1A}" type="presOf" srcId="{D957E715-CEA7-4699-AD6C-9086775C1631}" destId="{4D271D23-D552-4170-90D2-A60D7530124F}" srcOrd="0" destOrd="5" presId="urn:microsoft.com/office/officeart/2005/8/layout/list1"/>
    <dgm:cxn modelId="{64EC3490-61BB-470F-8B99-20F76A66F3F0}" srcId="{2C19DC24-FBFE-47B0-884F-DCEA09F51D65}" destId="{F6757367-21F0-4319-BCEF-9430AD3CBB84}" srcOrd="0" destOrd="0" parTransId="{AE47BA9F-3751-4D5D-809A-4F206F2912A7}" sibTransId="{0BEC5DD7-B477-45DE-AFAD-02AE0364889F}"/>
    <dgm:cxn modelId="{9329C790-9A0F-4AE4-A7F6-78DE20FF8EC2}" srcId="{B0A691B2-3434-467E-878B-959946AE0E88}" destId="{88C77867-E34A-4B4A-9684-2260A2C08568}" srcOrd="0" destOrd="0" parTransId="{1D6D147D-7601-41CD-AB78-4807D6DB174E}" sibTransId="{2A92B89C-9019-47AB-984F-B35D5FB17172}"/>
    <dgm:cxn modelId="{F0EED990-33D9-44B7-AD2B-CB1FD9AD57AD}" srcId="{8FCCFDD0-DD72-4B2B-9F7A-5023CA51AD04}" destId="{957824E7-65BE-4B4E-8454-0B7221CFCD51}" srcOrd="0" destOrd="0" parTransId="{117E7C8E-56EF-4B39-A73D-1E1F476932E9}" sibTransId="{B1E63A81-79B6-4FED-B53A-A3660CF76E60}"/>
    <dgm:cxn modelId="{F81EF099-1EA2-4D1C-ADD8-A4528F0FEAD8}" type="presOf" srcId="{F6757367-21F0-4319-BCEF-9430AD3CBB84}" destId="{4D271D23-D552-4170-90D2-A60D7530124F}" srcOrd="0" destOrd="1" presId="urn:microsoft.com/office/officeart/2005/8/layout/list1"/>
    <dgm:cxn modelId="{C5020E9D-2510-4233-A978-FB60F273AE82}" type="presOf" srcId="{1CDA3560-7B75-4BB7-AA5D-8A387E24C971}" destId="{DAD0AADE-AE35-4063-8072-781D2A331225}" srcOrd="0" destOrd="0" presId="urn:microsoft.com/office/officeart/2005/8/layout/list1"/>
    <dgm:cxn modelId="{C16CEC9F-E234-4322-8014-0606973F36DC}" type="presOf" srcId="{0D80D345-6502-43E9-BE29-777321EE8574}" destId="{2E1C4127-1648-4723-A911-FAAC7611BF1B}" srcOrd="1" destOrd="0" presId="urn:microsoft.com/office/officeart/2005/8/layout/list1"/>
    <dgm:cxn modelId="{72F39AA0-4707-403C-B31A-05EEFE5A86E3}" type="presOf" srcId="{46A9C6EF-DF89-4D29-9EB5-89C3FDB7A07B}" destId="{6614CD52-B81C-4F1C-B18E-9792AFC14FFB}" srcOrd="1" destOrd="0" presId="urn:microsoft.com/office/officeart/2005/8/layout/list1"/>
    <dgm:cxn modelId="{334BC3AE-41FC-45F4-9AA0-51A4F90F9D37}" srcId="{0D80D345-6502-43E9-BE29-777321EE8574}" destId="{B0A691B2-3434-467E-878B-959946AE0E88}" srcOrd="2" destOrd="0" parTransId="{0E9F68AE-8F19-40A5-B121-C9E4105A5F38}" sibTransId="{FC64CF03-3742-4B42-AC70-F34AF6B6BFE2}"/>
    <dgm:cxn modelId="{39AC7BB4-AB70-4665-BF84-13130333C0C4}" type="presOf" srcId="{46A9C6EF-DF89-4D29-9EB5-89C3FDB7A07B}" destId="{A3BFD2FA-A37E-459F-A69F-55F39F26A60A}" srcOrd="0" destOrd="0" presId="urn:microsoft.com/office/officeart/2005/8/layout/list1"/>
    <dgm:cxn modelId="{4B234CB7-FF5B-4572-811D-F77BC5792046}" type="presOf" srcId="{A5AF53E1-96FF-4E61-BE59-5CEC1745F2E6}" destId="{DAD0AADE-AE35-4063-8072-781D2A331225}" srcOrd="0" destOrd="2" presId="urn:microsoft.com/office/officeart/2005/8/layout/list1"/>
    <dgm:cxn modelId="{8F2ADCBF-FC26-4A3C-B500-395F430A7BAD}" srcId="{5645F02F-51B8-406A-B8F5-D300932F140F}" destId="{0D80D345-6502-43E9-BE29-777321EE8574}" srcOrd="1" destOrd="0" parTransId="{F16ADEB7-6163-4915-AA0D-6117307D38D7}" sibTransId="{A92FE3AA-8587-4CFE-8D25-EBEBB276D57D}"/>
    <dgm:cxn modelId="{AA06ADC5-B7F0-46EE-9557-F9A351B1E46A}" srcId="{46A9C6EF-DF89-4D29-9EB5-89C3FDB7A07B}" destId="{8FCCFDD0-DD72-4B2B-9F7A-5023CA51AD04}" srcOrd="3" destOrd="0" parTransId="{8D690F2A-2B06-40B6-8AFB-9D3CA8915EDA}" sibTransId="{A19F7380-A837-4191-8218-D387FC386250}"/>
    <dgm:cxn modelId="{E9E79DCC-58EA-43B5-9556-33F4A083F97A}" type="presOf" srcId="{60FB890A-0526-4B1C-B61A-6DAE34314BA5}" destId="{DAD0AADE-AE35-4063-8072-781D2A331225}" srcOrd="0" destOrd="6" presId="urn:microsoft.com/office/officeart/2005/8/layout/list1"/>
    <dgm:cxn modelId="{930460CD-B281-440B-B4B3-5DF4C0F66B88}" srcId="{C4B548EF-7419-45A5-AC33-2235C51C4F04}" destId="{D957E715-CEA7-4699-AD6C-9086775C1631}" srcOrd="0" destOrd="0" parTransId="{D8483E31-8FCD-4572-8E6F-8A61362597EC}" sibTransId="{D776A8F0-A305-40A1-9006-9B6DFB5EA0EC}"/>
    <dgm:cxn modelId="{C19C11D2-690A-4623-9106-4C8D82FF232F}" srcId="{0D80D345-6502-43E9-BE29-777321EE8574}" destId="{1CDA3560-7B75-4BB7-AA5D-8A387E24C971}" srcOrd="0" destOrd="0" parTransId="{924DBE3A-3F9A-47B9-93C8-32D3D7093238}" sibTransId="{5B224C06-F8BC-498E-883F-19035CA2C11B}"/>
    <dgm:cxn modelId="{5C43BFD5-C171-4E95-B30A-28FB62687C6A}" type="presOf" srcId="{957824E7-65BE-4B4E-8454-0B7221CFCD51}" destId="{4D271D23-D552-4170-90D2-A60D7530124F}" srcOrd="0" destOrd="7" presId="urn:microsoft.com/office/officeart/2005/8/layout/list1"/>
    <dgm:cxn modelId="{DD7183DB-7094-4A54-8EF2-8F24BE1063DE}" srcId="{46A9C6EF-DF89-4D29-9EB5-89C3FDB7A07B}" destId="{C4B548EF-7419-45A5-AC33-2235C51C4F04}" srcOrd="2" destOrd="0" parTransId="{A5C28D1C-2953-41A6-B716-3F714349F3EE}" sibTransId="{7BF957F4-D0DF-4438-811F-6D18585A8BAF}"/>
    <dgm:cxn modelId="{EB6D23E1-00B7-4B9F-AF5F-1DF156E06B3A}" type="presOf" srcId="{0D80D345-6502-43E9-BE29-777321EE8574}" destId="{3F9B15BA-16A6-41B6-BF3C-7760529B28DC}" srcOrd="0" destOrd="0" presId="urn:microsoft.com/office/officeart/2005/8/layout/list1"/>
    <dgm:cxn modelId="{A183E5EF-0195-4F3B-A317-B6343C10EE8B}" srcId="{1CDA3560-7B75-4BB7-AA5D-8A387E24C971}" destId="{06BE7762-C6AF-4D35-A002-CC039EBC7248}" srcOrd="0" destOrd="0" parTransId="{C7C24CCA-9129-4B70-8089-E9583881CCBC}" sibTransId="{8151C395-F8AE-4521-9F53-EB31AF4E77C3}"/>
    <dgm:cxn modelId="{BCE57AF7-AC58-46A6-A2E0-D933206BD739}" srcId="{A5AF53E1-96FF-4E61-BE59-5CEC1745F2E6}" destId="{7660F423-D5BA-4FF9-A8BF-5D796E91CA9C}" srcOrd="0" destOrd="0" parTransId="{9203EB9D-1A57-4F21-8BAE-EA6A48598AF4}" sibTransId="{D2571596-852D-4931-BC6F-A49235CC1CA8}"/>
    <dgm:cxn modelId="{73A5FCFA-4D96-46D0-8AEE-7A4945AF6773}" srcId="{60FB890A-0526-4B1C-B61A-6DAE34314BA5}" destId="{36313786-3D42-4956-957D-7355EBC5A979}" srcOrd="0" destOrd="0" parTransId="{A46296E8-7D13-40EC-B9A5-BCB3ACB00CF5}" sibTransId="{9648B2C9-2E28-4DA8-B4EF-891F35725C7E}"/>
    <dgm:cxn modelId="{87957231-5B7F-49AA-983D-2D80D73F7908}" type="presParOf" srcId="{E47B1FE6-E762-4BBC-9712-31BECD3A90A9}" destId="{F4C1F802-93FD-44B2-A660-D0378BCA15B2}" srcOrd="0" destOrd="0" presId="urn:microsoft.com/office/officeart/2005/8/layout/list1"/>
    <dgm:cxn modelId="{1A38648F-2C75-4057-BE1B-806ED58CC1E8}" type="presParOf" srcId="{F4C1F802-93FD-44B2-A660-D0378BCA15B2}" destId="{A3BFD2FA-A37E-459F-A69F-55F39F26A60A}" srcOrd="0" destOrd="0" presId="urn:microsoft.com/office/officeart/2005/8/layout/list1"/>
    <dgm:cxn modelId="{765D33E7-03E5-4714-A548-A54FB6D8B16B}" type="presParOf" srcId="{F4C1F802-93FD-44B2-A660-D0378BCA15B2}" destId="{6614CD52-B81C-4F1C-B18E-9792AFC14FFB}" srcOrd="1" destOrd="0" presId="urn:microsoft.com/office/officeart/2005/8/layout/list1"/>
    <dgm:cxn modelId="{B57FA8C1-742D-471D-A881-B1CE037C6A2A}" type="presParOf" srcId="{E47B1FE6-E762-4BBC-9712-31BECD3A90A9}" destId="{51A4F33A-0D59-40A6-BBBA-3ACBA7D795EC}" srcOrd="1" destOrd="0" presId="urn:microsoft.com/office/officeart/2005/8/layout/list1"/>
    <dgm:cxn modelId="{E5D1BE2F-7CCE-4E9B-AD1E-588568E41085}" type="presParOf" srcId="{E47B1FE6-E762-4BBC-9712-31BECD3A90A9}" destId="{4D271D23-D552-4170-90D2-A60D7530124F}" srcOrd="2" destOrd="0" presId="urn:microsoft.com/office/officeart/2005/8/layout/list1"/>
    <dgm:cxn modelId="{4A4FAD7C-4DE4-4B20-8EB8-7FA1A52D049A}" type="presParOf" srcId="{E47B1FE6-E762-4BBC-9712-31BECD3A90A9}" destId="{BF42ACD6-C948-4732-9247-46D2490A0E27}" srcOrd="3" destOrd="0" presId="urn:microsoft.com/office/officeart/2005/8/layout/list1"/>
    <dgm:cxn modelId="{21121AA7-F73A-46F5-ACCA-93C1592B6083}" type="presParOf" srcId="{E47B1FE6-E762-4BBC-9712-31BECD3A90A9}" destId="{707185EB-FD35-4C8C-9B2F-1F16A0738B04}" srcOrd="4" destOrd="0" presId="urn:microsoft.com/office/officeart/2005/8/layout/list1"/>
    <dgm:cxn modelId="{BC2763A1-1646-49DD-A21C-0C8D97060AAE}" type="presParOf" srcId="{707185EB-FD35-4C8C-9B2F-1F16A0738B04}" destId="{3F9B15BA-16A6-41B6-BF3C-7760529B28DC}" srcOrd="0" destOrd="0" presId="urn:microsoft.com/office/officeart/2005/8/layout/list1"/>
    <dgm:cxn modelId="{B2AAA386-1067-4B87-B40C-4AF431772DD4}" type="presParOf" srcId="{707185EB-FD35-4C8C-9B2F-1F16A0738B04}" destId="{2E1C4127-1648-4723-A911-FAAC7611BF1B}" srcOrd="1" destOrd="0" presId="urn:microsoft.com/office/officeart/2005/8/layout/list1"/>
    <dgm:cxn modelId="{C461618C-5F3E-4A4A-898A-42D604EAF725}" type="presParOf" srcId="{E47B1FE6-E762-4BBC-9712-31BECD3A90A9}" destId="{C01B4A76-5574-43B4-8912-3B707F023832}" srcOrd="5" destOrd="0" presId="urn:microsoft.com/office/officeart/2005/8/layout/list1"/>
    <dgm:cxn modelId="{B891E905-8133-4E63-B0B0-340C2E69F5DE}" type="presParOf" srcId="{E47B1FE6-E762-4BBC-9712-31BECD3A90A9}" destId="{DAD0AADE-AE35-4063-8072-781D2A33122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EF512D-3E24-4FB3-8022-47BDB4CFF8A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932856-5F6A-4F45-B6BB-49B2C3A12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Real-Time Processing </a:t>
          </a:r>
          <a:r>
            <a:rPr lang="en-US" dirty="0"/>
            <a:t>Instant face detection and recognition with 15fps</a:t>
          </a:r>
        </a:p>
      </dgm:t>
    </dgm:pt>
    <dgm:pt modelId="{FE740514-1263-4A8D-8CE8-7E2A95405E24}" type="parTrans" cxnId="{A0215FA7-1E0E-414B-98CD-0834363D09D2}">
      <dgm:prSet/>
      <dgm:spPr/>
      <dgm:t>
        <a:bodyPr/>
        <a:lstStyle/>
        <a:p>
          <a:endParaRPr lang="en-US"/>
        </a:p>
      </dgm:t>
    </dgm:pt>
    <dgm:pt modelId="{04B56D0B-FDC6-4AAB-8158-A36D4DCF8C2D}" type="sibTrans" cxnId="{A0215FA7-1E0E-414B-98CD-0834363D09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A75F57-3E93-47EC-90E6-0DAEFFB5A8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Edge Computing </a:t>
          </a:r>
          <a:r>
            <a:rPr lang="en-US"/>
            <a:t>All processing done locally on Raspberry Pi - no cloud dependency</a:t>
          </a:r>
        </a:p>
      </dgm:t>
    </dgm:pt>
    <dgm:pt modelId="{72356EA3-6A5A-4032-846F-6B701B6E9762}" type="parTrans" cxnId="{72B1662A-2109-47AA-84E2-1A1F043C8211}">
      <dgm:prSet/>
      <dgm:spPr/>
      <dgm:t>
        <a:bodyPr/>
        <a:lstStyle/>
        <a:p>
          <a:endParaRPr lang="en-US"/>
        </a:p>
      </dgm:t>
    </dgm:pt>
    <dgm:pt modelId="{55D73F60-BFCE-4230-B002-9F5F40FDADD5}" type="sibTrans" cxnId="{72B1662A-2109-47AA-84E2-1A1F043C821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D18004-1E95-44FB-8110-64451492AF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Privacy Focused </a:t>
          </a:r>
          <a:r>
            <a:rPr lang="en-US"/>
            <a:t>Face data never leaves the device - complete privacy protection</a:t>
          </a:r>
        </a:p>
      </dgm:t>
    </dgm:pt>
    <dgm:pt modelId="{F911DD7C-2642-43A6-91DD-06243411BA87}" type="parTrans" cxnId="{FEF6548F-C522-44D7-8599-2D423B8F53A5}">
      <dgm:prSet/>
      <dgm:spPr/>
      <dgm:t>
        <a:bodyPr/>
        <a:lstStyle/>
        <a:p>
          <a:endParaRPr lang="en-US"/>
        </a:p>
      </dgm:t>
    </dgm:pt>
    <dgm:pt modelId="{C5AE54C8-7B5D-4836-9EAD-61BD56CA9D73}" type="sibTrans" cxnId="{FEF6548F-C522-44D7-8599-2D423B8F53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9C0D4C-B303-4E35-A265-C9FBBC5C6E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Scalable Database </a:t>
          </a:r>
          <a:r>
            <a:rPr lang="en-US"/>
            <a:t>Easy to add new users - just capture &amp; extract features</a:t>
          </a:r>
        </a:p>
      </dgm:t>
    </dgm:pt>
    <dgm:pt modelId="{0364CE22-7FA3-4F04-B4CD-121F9B36CC47}" type="parTrans" cxnId="{D4C2CE0D-27B5-41D3-88CB-395B0EFCF38A}">
      <dgm:prSet/>
      <dgm:spPr/>
      <dgm:t>
        <a:bodyPr/>
        <a:lstStyle/>
        <a:p>
          <a:endParaRPr lang="en-US"/>
        </a:p>
      </dgm:t>
    </dgm:pt>
    <dgm:pt modelId="{5CD13F62-FE9F-4F58-A4D2-1A6EA75E8E9E}" type="sibTrans" cxnId="{D4C2CE0D-27B5-41D3-88CB-395B0EFCF3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54A557-A386-4D2C-9936-EA4A9C1D8D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Multi-Face Support </a:t>
          </a:r>
          <a:r>
            <a:rPr lang="en-US"/>
            <a:t>Detects and recognizes multiple faces simultaneously</a:t>
          </a:r>
        </a:p>
      </dgm:t>
    </dgm:pt>
    <dgm:pt modelId="{24666B6D-C8F8-462D-B700-D0C4D25FCE24}" type="parTrans" cxnId="{B5CFCDEF-694F-475A-A24B-D40225665E97}">
      <dgm:prSet/>
      <dgm:spPr/>
      <dgm:t>
        <a:bodyPr/>
        <a:lstStyle/>
        <a:p>
          <a:endParaRPr lang="en-US"/>
        </a:p>
      </dgm:t>
    </dgm:pt>
    <dgm:pt modelId="{95301C1B-46CD-4232-8311-0936BEDD94A8}" type="sibTrans" cxnId="{B5CFCDEF-694F-475A-A24B-D40225665E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40FC45-1EB7-40E5-BD0E-9365055DAC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Confidence Scoring </a:t>
          </a:r>
          <a:r>
            <a:rPr lang="en-US" dirty="0"/>
            <a:t>Displays similarity score for each recognition</a:t>
          </a:r>
        </a:p>
      </dgm:t>
    </dgm:pt>
    <dgm:pt modelId="{B6A1BC0A-4ECB-4B7A-BE18-9B08D4566F54}" type="parTrans" cxnId="{D5D64FBE-EA65-4DF5-B765-C71E5DFD5CD8}">
      <dgm:prSet/>
      <dgm:spPr/>
      <dgm:t>
        <a:bodyPr/>
        <a:lstStyle/>
        <a:p>
          <a:endParaRPr lang="en-US"/>
        </a:p>
      </dgm:t>
    </dgm:pt>
    <dgm:pt modelId="{49A787A6-7DC0-49A3-B0C4-AF9C47735D30}" type="sibTrans" cxnId="{D5D64FBE-EA65-4DF5-B765-C71E5DFD5CD8}">
      <dgm:prSet/>
      <dgm:spPr/>
      <dgm:t>
        <a:bodyPr/>
        <a:lstStyle/>
        <a:p>
          <a:endParaRPr lang="en-US"/>
        </a:p>
      </dgm:t>
    </dgm:pt>
    <dgm:pt modelId="{FF131B2C-E3B6-4AE0-B6C8-9DF8412F7FCD}" type="pres">
      <dgm:prSet presAssocID="{A9EF512D-3E24-4FB3-8022-47BDB4CFF8AD}" presName="root" presStyleCnt="0">
        <dgm:presLayoutVars>
          <dgm:dir/>
          <dgm:resizeHandles val="exact"/>
        </dgm:presLayoutVars>
      </dgm:prSet>
      <dgm:spPr/>
    </dgm:pt>
    <dgm:pt modelId="{21B82610-D7C8-49D0-AA71-FD33FDE3F9D1}" type="pres">
      <dgm:prSet presAssocID="{A9EF512D-3E24-4FB3-8022-47BDB4CFF8AD}" presName="container" presStyleCnt="0">
        <dgm:presLayoutVars>
          <dgm:dir/>
          <dgm:resizeHandles val="exact"/>
        </dgm:presLayoutVars>
      </dgm:prSet>
      <dgm:spPr/>
    </dgm:pt>
    <dgm:pt modelId="{88B01270-22A0-421B-A70F-CD4038EFD4AE}" type="pres">
      <dgm:prSet presAssocID="{BC932856-5F6A-4F45-B6BB-49B2C3A120CB}" presName="compNode" presStyleCnt="0"/>
      <dgm:spPr/>
    </dgm:pt>
    <dgm:pt modelId="{3D7B2A2B-13B0-4CBC-BC68-90069DF7F5F2}" type="pres">
      <dgm:prSet presAssocID="{BC932856-5F6A-4F45-B6BB-49B2C3A120CB}" presName="iconBgRect" presStyleLbl="bgShp" presStyleIdx="0" presStyleCnt="6"/>
      <dgm:spPr/>
    </dgm:pt>
    <dgm:pt modelId="{4C74016A-931E-42A3-8D3C-C7B4FC6FB65F}" type="pres">
      <dgm:prSet presAssocID="{BC932856-5F6A-4F45-B6BB-49B2C3A120C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304FE1-5932-4DB6-ADD9-0F28976E9A57}" type="pres">
      <dgm:prSet presAssocID="{BC932856-5F6A-4F45-B6BB-49B2C3A120CB}" presName="spaceRect" presStyleCnt="0"/>
      <dgm:spPr/>
    </dgm:pt>
    <dgm:pt modelId="{9FC1FD3D-C7BD-4C0B-B31E-45846450D81A}" type="pres">
      <dgm:prSet presAssocID="{BC932856-5F6A-4F45-B6BB-49B2C3A120CB}" presName="textRect" presStyleLbl="revTx" presStyleIdx="0" presStyleCnt="6">
        <dgm:presLayoutVars>
          <dgm:chMax val="1"/>
          <dgm:chPref val="1"/>
        </dgm:presLayoutVars>
      </dgm:prSet>
      <dgm:spPr/>
    </dgm:pt>
    <dgm:pt modelId="{09559B3C-698E-4349-923F-6A5365FDE834}" type="pres">
      <dgm:prSet presAssocID="{04B56D0B-FDC6-4AAB-8158-A36D4DCF8C2D}" presName="sibTrans" presStyleLbl="sibTrans2D1" presStyleIdx="0" presStyleCnt="0"/>
      <dgm:spPr/>
    </dgm:pt>
    <dgm:pt modelId="{C4D21286-941F-4F99-9D3B-FA89B24828FF}" type="pres">
      <dgm:prSet presAssocID="{EDA75F57-3E93-47EC-90E6-0DAEFFB5A8B6}" presName="compNode" presStyleCnt="0"/>
      <dgm:spPr/>
    </dgm:pt>
    <dgm:pt modelId="{D36B6033-DC26-46AF-AF30-C6E880A31CAB}" type="pres">
      <dgm:prSet presAssocID="{EDA75F57-3E93-47EC-90E6-0DAEFFB5A8B6}" presName="iconBgRect" presStyleLbl="bgShp" presStyleIdx="1" presStyleCnt="6"/>
      <dgm:spPr/>
    </dgm:pt>
    <dgm:pt modelId="{975E8733-7A2C-4F58-9844-498146C4EAB0}" type="pres">
      <dgm:prSet presAssocID="{EDA75F57-3E93-47EC-90E6-0DAEFFB5A8B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5C373E0-6EC0-458C-AEB6-75FD73F5B85C}" type="pres">
      <dgm:prSet presAssocID="{EDA75F57-3E93-47EC-90E6-0DAEFFB5A8B6}" presName="spaceRect" presStyleCnt="0"/>
      <dgm:spPr/>
    </dgm:pt>
    <dgm:pt modelId="{84577BF0-527D-4B04-AC36-978BD8DD7CD4}" type="pres">
      <dgm:prSet presAssocID="{EDA75F57-3E93-47EC-90E6-0DAEFFB5A8B6}" presName="textRect" presStyleLbl="revTx" presStyleIdx="1" presStyleCnt="6">
        <dgm:presLayoutVars>
          <dgm:chMax val="1"/>
          <dgm:chPref val="1"/>
        </dgm:presLayoutVars>
      </dgm:prSet>
      <dgm:spPr/>
    </dgm:pt>
    <dgm:pt modelId="{9B1A5103-D236-467E-9EF4-9AE97114B822}" type="pres">
      <dgm:prSet presAssocID="{55D73F60-BFCE-4230-B002-9F5F40FDADD5}" presName="sibTrans" presStyleLbl="sibTrans2D1" presStyleIdx="0" presStyleCnt="0"/>
      <dgm:spPr/>
    </dgm:pt>
    <dgm:pt modelId="{FDAD7D67-2196-46EF-937C-B18420AA2A9B}" type="pres">
      <dgm:prSet presAssocID="{51D18004-1E95-44FB-8110-64451492AF92}" presName="compNode" presStyleCnt="0"/>
      <dgm:spPr/>
    </dgm:pt>
    <dgm:pt modelId="{7F72C860-E967-4A1E-A57E-C59D4461B9D4}" type="pres">
      <dgm:prSet presAssocID="{51D18004-1E95-44FB-8110-64451492AF92}" presName="iconBgRect" presStyleLbl="bgShp" presStyleIdx="2" presStyleCnt="6"/>
      <dgm:spPr/>
    </dgm:pt>
    <dgm:pt modelId="{5E9A3EF0-E6E8-4FB6-A636-F16843583F9A}" type="pres">
      <dgm:prSet presAssocID="{51D18004-1E95-44FB-8110-64451492AF9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D1A3EF45-EBE1-4D64-AFDA-14580FA86E81}" type="pres">
      <dgm:prSet presAssocID="{51D18004-1E95-44FB-8110-64451492AF92}" presName="spaceRect" presStyleCnt="0"/>
      <dgm:spPr/>
    </dgm:pt>
    <dgm:pt modelId="{3088AB1A-0FA0-4E52-9F50-255765274C12}" type="pres">
      <dgm:prSet presAssocID="{51D18004-1E95-44FB-8110-64451492AF92}" presName="textRect" presStyleLbl="revTx" presStyleIdx="2" presStyleCnt="6">
        <dgm:presLayoutVars>
          <dgm:chMax val="1"/>
          <dgm:chPref val="1"/>
        </dgm:presLayoutVars>
      </dgm:prSet>
      <dgm:spPr/>
    </dgm:pt>
    <dgm:pt modelId="{072A0F6F-4DEC-45BC-8921-F8096F28074D}" type="pres">
      <dgm:prSet presAssocID="{C5AE54C8-7B5D-4836-9EAD-61BD56CA9D73}" presName="sibTrans" presStyleLbl="sibTrans2D1" presStyleIdx="0" presStyleCnt="0"/>
      <dgm:spPr/>
    </dgm:pt>
    <dgm:pt modelId="{5F197BE8-F613-41E0-90AE-A3F16631D8CE}" type="pres">
      <dgm:prSet presAssocID="{719C0D4C-B303-4E35-A265-C9FBBC5C6E3B}" presName="compNode" presStyleCnt="0"/>
      <dgm:spPr/>
    </dgm:pt>
    <dgm:pt modelId="{6A3F6373-E36F-4B5E-9449-A067ED73250B}" type="pres">
      <dgm:prSet presAssocID="{719C0D4C-B303-4E35-A265-C9FBBC5C6E3B}" presName="iconBgRect" presStyleLbl="bgShp" presStyleIdx="3" presStyleCnt="6"/>
      <dgm:spPr/>
    </dgm:pt>
    <dgm:pt modelId="{03FAFE62-BB5E-4609-9F26-5F6165ADB27A}" type="pres">
      <dgm:prSet presAssocID="{719C0D4C-B303-4E35-A265-C9FBBC5C6E3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D0085BE-60BB-4F89-A16A-3F3D6FAAA6A3}" type="pres">
      <dgm:prSet presAssocID="{719C0D4C-B303-4E35-A265-C9FBBC5C6E3B}" presName="spaceRect" presStyleCnt="0"/>
      <dgm:spPr/>
    </dgm:pt>
    <dgm:pt modelId="{4CCF696D-24F7-4BDD-B38D-1128C0B57967}" type="pres">
      <dgm:prSet presAssocID="{719C0D4C-B303-4E35-A265-C9FBBC5C6E3B}" presName="textRect" presStyleLbl="revTx" presStyleIdx="3" presStyleCnt="6">
        <dgm:presLayoutVars>
          <dgm:chMax val="1"/>
          <dgm:chPref val="1"/>
        </dgm:presLayoutVars>
      </dgm:prSet>
      <dgm:spPr/>
    </dgm:pt>
    <dgm:pt modelId="{8C1CB900-7C2B-4735-9645-C4A72B1B54BD}" type="pres">
      <dgm:prSet presAssocID="{5CD13F62-FE9F-4F58-A4D2-1A6EA75E8E9E}" presName="sibTrans" presStyleLbl="sibTrans2D1" presStyleIdx="0" presStyleCnt="0"/>
      <dgm:spPr/>
    </dgm:pt>
    <dgm:pt modelId="{4A16CF82-D00B-489E-9BA2-E887854657C7}" type="pres">
      <dgm:prSet presAssocID="{4F54A557-A386-4D2C-9936-EA4A9C1D8D26}" presName="compNode" presStyleCnt="0"/>
      <dgm:spPr/>
    </dgm:pt>
    <dgm:pt modelId="{34B7C693-88A6-4475-B13E-A98050DAA725}" type="pres">
      <dgm:prSet presAssocID="{4F54A557-A386-4D2C-9936-EA4A9C1D8D26}" presName="iconBgRect" presStyleLbl="bgShp" presStyleIdx="4" presStyleCnt="6"/>
      <dgm:spPr/>
    </dgm:pt>
    <dgm:pt modelId="{9AAC94E9-F62C-4535-9D70-5204A1E2C125}" type="pres">
      <dgm:prSet presAssocID="{4F54A557-A386-4D2C-9936-EA4A9C1D8D2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3357C4FF-4094-4303-BB47-EDA85B77C127}" type="pres">
      <dgm:prSet presAssocID="{4F54A557-A386-4D2C-9936-EA4A9C1D8D26}" presName="spaceRect" presStyleCnt="0"/>
      <dgm:spPr/>
    </dgm:pt>
    <dgm:pt modelId="{F7A495D2-56A6-4263-88A2-000C2EC21F4F}" type="pres">
      <dgm:prSet presAssocID="{4F54A557-A386-4D2C-9936-EA4A9C1D8D26}" presName="textRect" presStyleLbl="revTx" presStyleIdx="4" presStyleCnt="6">
        <dgm:presLayoutVars>
          <dgm:chMax val="1"/>
          <dgm:chPref val="1"/>
        </dgm:presLayoutVars>
      </dgm:prSet>
      <dgm:spPr/>
    </dgm:pt>
    <dgm:pt modelId="{F107137B-DEDC-463C-B882-41E188116046}" type="pres">
      <dgm:prSet presAssocID="{95301C1B-46CD-4232-8311-0936BEDD94A8}" presName="sibTrans" presStyleLbl="sibTrans2D1" presStyleIdx="0" presStyleCnt="0"/>
      <dgm:spPr/>
    </dgm:pt>
    <dgm:pt modelId="{CD641AB9-50B7-4845-8A4C-7A06E13CBFE6}" type="pres">
      <dgm:prSet presAssocID="{D240FC45-1EB7-40E5-BD0E-9365055DAC29}" presName="compNode" presStyleCnt="0"/>
      <dgm:spPr/>
    </dgm:pt>
    <dgm:pt modelId="{3CD90401-F9FE-48A9-93D2-087173E6481A}" type="pres">
      <dgm:prSet presAssocID="{D240FC45-1EB7-40E5-BD0E-9365055DAC29}" presName="iconBgRect" presStyleLbl="bgShp" presStyleIdx="5" presStyleCnt="6"/>
      <dgm:spPr/>
    </dgm:pt>
    <dgm:pt modelId="{3907DB8D-1D0E-4671-9D83-657941256481}" type="pres">
      <dgm:prSet presAssocID="{D240FC45-1EB7-40E5-BD0E-9365055DAC2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FBD906-8425-471C-8327-F019E2B192DF}" type="pres">
      <dgm:prSet presAssocID="{D240FC45-1EB7-40E5-BD0E-9365055DAC29}" presName="spaceRect" presStyleCnt="0"/>
      <dgm:spPr/>
    </dgm:pt>
    <dgm:pt modelId="{AC14DA59-8C6D-4524-93F8-487CFC093D01}" type="pres">
      <dgm:prSet presAssocID="{D240FC45-1EB7-40E5-BD0E-9365055DAC2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4C2CE0D-27B5-41D3-88CB-395B0EFCF38A}" srcId="{A9EF512D-3E24-4FB3-8022-47BDB4CFF8AD}" destId="{719C0D4C-B303-4E35-A265-C9FBBC5C6E3B}" srcOrd="3" destOrd="0" parTransId="{0364CE22-7FA3-4F04-B4CD-121F9B36CC47}" sibTransId="{5CD13F62-FE9F-4F58-A4D2-1A6EA75E8E9E}"/>
    <dgm:cxn modelId="{A1F24A12-5C02-433E-B12D-820EA6FE4576}" type="presOf" srcId="{04B56D0B-FDC6-4AAB-8158-A36D4DCF8C2D}" destId="{09559B3C-698E-4349-923F-6A5365FDE834}" srcOrd="0" destOrd="0" presId="urn:microsoft.com/office/officeart/2018/2/layout/IconCircleList"/>
    <dgm:cxn modelId="{F30FEC14-9D89-4D0D-BA7A-7C13C9180EF3}" type="presOf" srcId="{EDA75F57-3E93-47EC-90E6-0DAEFFB5A8B6}" destId="{84577BF0-527D-4B04-AC36-978BD8DD7CD4}" srcOrd="0" destOrd="0" presId="urn:microsoft.com/office/officeart/2018/2/layout/IconCircleList"/>
    <dgm:cxn modelId="{72B1662A-2109-47AA-84E2-1A1F043C8211}" srcId="{A9EF512D-3E24-4FB3-8022-47BDB4CFF8AD}" destId="{EDA75F57-3E93-47EC-90E6-0DAEFFB5A8B6}" srcOrd="1" destOrd="0" parTransId="{72356EA3-6A5A-4032-846F-6B701B6E9762}" sibTransId="{55D73F60-BFCE-4230-B002-9F5F40FDADD5}"/>
    <dgm:cxn modelId="{CA9C4D32-7F78-484C-BBA8-596CE7D563C5}" type="presOf" srcId="{4F54A557-A386-4D2C-9936-EA4A9C1D8D26}" destId="{F7A495D2-56A6-4263-88A2-000C2EC21F4F}" srcOrd="0" destOrd="0" presId="urn:microsoft.com/office/officeart/2018/2/layout/IconCircleList"/>
    <dgm:cxn modelId="{FBE40D33-E355-4756-983C-F817415D43E0}" type="presOf" srcId="{719C0D4C-B303-4E35-A265-C9FBBC5C6E3B}" destId="{4CCF696D-24F7-4BDD-B38D-1128C0B57967}" srcOrd="0" destOrd="0" presId="urn:microsoft.com/office/officeart/2018/2/layout/IconCircleList"/>
    <dgm:cxn modelId="{3AAFB94C-9421-4733-827E-A50BC942CD8D}" type="presOf" srcId="{5CD13F62-FE9F-4F58-A4D2-1A6EA75E8E9E}" destId="{8C1CB900-7C2B-4735-9645-C4A72B1B54BD}" srcOrd="0" destOrd="0" presId="urn:microsoft.com/office/officeart/2018/2/layout/IconCircleList"/>
    <dgm:cxn modelId="{5C47A180-304B-4347-B799-3590704D6A20}" type="presOf" srcId="{95301C1B-46CD-4232-8311-0936BEDD94A8}" destId="{F107137B-DEDC-463C-B882-41E188116046}" srcOrd="0" destOrd="0" presId="urn:microsoft.com/office/officeart/2018/2/layout/IconCircleList"/>
    <dgm:cxn modelId="{181A8E8B-4644-46D7-A7F3-EF88F6B617EA}" type="presOf" srcId="{51D18004-1E95-44FB-8110-64451492AF92}" destId="{3088AB1A-0FA0-4E52-9F50-255765274C12}" srcOrd="0" destOrd="0" presId="urn:microsoft.com/office/officeart/2018/2/layout/IconCircleList"/>
    <dgm:cxn modelId="{FEF6548F-C522-44D7-8599-2D423B8F53A5}" srcId="{A9EF512D-3E24-4FB3-8022-47BDB4CFF8AD}" destId="{51D18004-1E95-44FB-8110-64451492AF92}" srcOrd="2" destOrd="0" parTransId="{F911DD7C-2642-43A6-91DD-06243411BA87}" sibTransId="{C5AE54C8-7B5D-4836-9EAD-61BD56CA9D73}"/>
    <dgm:cxn modelId="{A0215FA7-1E0E-414B-98CD-0834363D09D2}" srcId="{A9EF512D-3E24-4FB3-8022-47BDB4CFF8AD}" destId="{BC932856-5F6A-4F45-B6BB-49B2C3A120CB}" srcOrd="0" destOrd="0" parTransId="{FE740514-1263-4A8D-8CE8-7E2A95405E24}" sibTransId="{04B56D0B-FDC6-4AAB-8158-A36D4DCF8C2D}"/>
    <dgm:cxn modelId="{D5D64FBE-EA65-4DF5-B765-C71E5DFD5CD8}" srcId="{A9EF512D-3E24-4FB3-8022-47BDB4CFF8AD}" destId="{D240FC45-1EB7-40E5-BD0E-9365055DAC29}" srcOrd="5" destOrd="0" parTransId="{B6A1BC0A-4ECB-4B7A-BE18-9B08D4566F54}" sibTransId="{49A787A6-7DC0-49A3-B0C4-AF9C47735D30}"/>
    <dgm:cxn modelId="{F179DBC9-8E80-433A-8898-E54FAC19AD40}" type="presOf" srcId="{C5AE54C8-7B5D-4836-9EAD-61BD56CA9D73}" destId="{072A0F6F-4DEC-45BC-8921-F8096F28074D}" srcOrd="0" destOrd="0" presId="urn:microsoft.com/office/officeart/2018/2/layout/IconCircleList"/>
    <dgm:cxn modelId="{B62898E8-3AFF-4652-ACF7-AD2DB20C99A3}" type="presOf" srcId="{55D73F60-BFCE-4230-B002-9F5F40FDADD5}" destId="{9B1A5103-D236-467E-9EF4-9AE97114B822}" srcOrd="0" destOrd="0" presId="urn:microsoft.com/office/officeart/2018/2/layout/IconCircleList"/>
    <dgm:cxn modelId="{960D9CE9-CD12-47C6-9FC9-EAFE89F0EECA}" type="presOf" srcId="{D240FC45-1EB7-40E5-BD0E-9365055DAC29}" destId="{AC14DA59-8C6D-4524-93F8-487CFC093D01}" srcOrd="0" destOrd="0" presId="urn:microsoft.com/office/officeart/2018/2/layout/IconCircleList"/>
    <dgm:cxn modelId="{B5CFCDEF-694F-475A-A24B-D40225665E97}" srcId="{A9EF512D-3E24-4FB3-8022-47BDB4CFF8AD}" destId="{4F54A557-A386-4D2C-9936-EA4A9C1D8D26}" srcOrd="4" destOrd="0" parTransId="{24666B6D-C8F8-462D-B700-D0C4D25FCE24}" sibTransId="{95301C1B-46CD-4232-8311-0936BEDD94A8}"/>
    <dgm:cxn modelId="{EAFF38F4-7D4D-446F-B9DC-747DB6AB2B89}" type="presOf" srcId="{BC932856-5F6A-4F45-B6BB-49B2C3A120CB}" destId="{9FC1FD3D-C7BD-4C0B-B31E-45846450D81A}" srcOrd="0" destOrd="0" presId="urn:microsoft.com/office/officeart/2018/2/layout/IconCircleList"/>
    <dgm:cxn modelId="{C74014F7-AD23-4037-91B1-AFF20BABA012}" type="presOf" srcId="{A9EF512D-3E24-4FB3-8022-47BDB4CFF8AD}" destId="{FF131B2C-E3B6-4AE0-B6C8-9DF8412F7FCD}" srcOrd="0" destOrd="0" presId="urn:microsoft.com/office/officeart/2018/2/layout/IconCircleList"/>
    <dgm:cxn modelId="{66BBD01C-2156-4FA3-94B3-6FB1C83DC029}" type="presParOf" srcId="{FF131B2C-E3B6-4AE0-B6C8-9DF8412F7FCD}" destId="{21B82610-D7C8-49D0-AA71-FD33FDE3F9D1}" srcOrd="0" destOrd="0" presId="urn:microsoft.com/office/officeart/2018/2/layout/IconCircleList"/>
    <dgm:cxn modelId="{01C4AAC7-7C4D-4880-80AA-3537608C6B9B}" type="presParOf" srcId="{21B82610-D7C8-49D0-AA71-FD33FDE3F9D1}" destId="{88B01270-22A0-421B-A70F-CD4038EFD4AE}" srcOrd="0" destOrd="0" presId="urn:microsoft.com/office/officeart/2018/2/layout/IconCircleList"/>
    <dgm:cxn modelId="{2E80CA8F-590B-45F1-BAF9-10B99B09102F}" type="presParOf" srcId="{88B01270-22A0-421B-A70F-CD4038EFD4AE}" destId="{3D7B2A2B-13B0-4CBC-BC68-90069DF7F5F2}" srcOrd="0" destOrd="0" presId="urn:microsoft.com/office/officeart/2018/2/layout/IconCircleList"/>
    <dgm:cxn modelId="{22D21C32-C2BD-45CF-918C-9A7F0EE4C0AC}" type="presParOf" srcId="{88B01270-22A0-421B-A70F-CD4038EFD4AE}" destId="{4C74016A-931E-42A3-8D3C-C7B4FC6FB65F}" srcOrd="1" destOrd="0" presId="urn:microsoft.com/office/officeart/2018/2/layout/IconCircleList"/>
    <dgm:cxn modelId="{A219E69A-A818-46ED-A139-B833BCDAC861}" type="presParOf" srcId="{88B01270-22A0-421B-A70F-CD4038EFD4AE}" destId="{B6304FE1-5932-4DB6-ADD9-0F28976E9A57}" srcOrd="2" destOrd="0" presId="urn:microsoft.com/office/officeart/2018/2/layout/IconCircleList"/>
    <dgm:cxn modelId="{39E6839E-4C54-4BBF-A83C-EAE91E77B926}" type="presParOf" srcId="{88B01270-22A0-421B-A70F-CD4038EFD4AE}" destId="{9FC1FD3D-C7BD-4C0B-B31E-45846450D81A}" srcOrd="3" destOrd="0" presId="urn:microsoft.com/office/officeart/2018/2/layout/IconCircleList"/>
    <dgm:cxn modelId="{4BDAA734-1A9C-422F-B4F9-2C415931941D}" type="presParOf" srcId="{21B82610-D7C8-49D0-AA71-FD33FDE3F9D1}" destId="{09559B3C-698E-4349-923F-6A5365FDE834}" srcOrd="1" destOrd="0" presId="urn:microsoft.com/office/officeart/2018/2/layout/IconCircleList"/>
    <dgm:cxn modelId="{1C4F5090-A95F-4BE4-9720-6A52EDB7C45E}" type="presParOf" srcId="{21B82610-D7C8-49D0-AA71-FD33FDE3F9D1}" destId="{C4D21286-941F-4F99-9D3B-FA89B24828FF}" srcOrd="2" destOrd="0" presId="urn:microsoft.com/office/officeart/2018/2/layout/IconCircleList"/>
    <dgm:cxn modelId="{79877A40-291E-4484-85CC-607F2C3F3AA8}" type="presParOf" srcId="{C4D21286-941F-4F99-9D3B-FA89B24828FF}" destId="{D36B6033-DC26-46AF-AF30-C6E880A31CAB}" srcOrd="0" destOrd="0" presId="urn:microsoft.com/office/officeart/2018/2/layout/IconCircleList"/>
    <dgm:cxn modelId="{1904CBDD-4A16-4DB3-9348-69031FD7CAA6}" type="presParOf" srcId="{C4D21286-941F-4F99-9D3B-FA89B24828FF}" destId="{975E8733-7A2C-4F58-9844-498146C4EAB0}" srcOrd="1" destOrd="0" presId="urn:microsoft.com/office/officeart/2018/2/layout/IconCircleList"/>
    <dgm:cxn modelId="{185A12F0-A9C0-4EA2-9BE1-24ECC941F4C8}" type="presParOf" srcId="{C4D21286-941F-4F99-9D3B-FA89B24828FF}" destId="{D5C373E0-6EC0-458C-AEB6-75FD73F5B85C}" srcOrd="2" destOrd="0" presId="urn:microsoft.com/office/officeart/2018/2/layout/IconCircleList"/>
    <dgm:cxn modelId="{56EEB1CD-DAD7-4A1D-8BA0-249363C734EC}" type="presParOf" srcId="{C4D21286-941F-4F99-9D3B-FA89B24828FF}" destId="{84577BF0-527D-4B04-AC36-978BD8DD7CD4}" srcOrd="3" destOrd="0" presId="urn:microsoft.com/office/officeart/2018/2/layout/IconCircleList"/>
    <dgm:cxn modelId="{89D6040C-68FE-4013-9327-FD6E4A9A9306}" type="presParOf" srcId="{21B82610-D7C8-49D0-AA71-FD33FDE3F9D1}" destId="{9B1A5103-D236-467E-9EF4-9AE97114B822}" srcOrd="3" destOrd="0" presId="urn:microsoft.com/office/officeart/2018/2/layout/IconCircleList"/>
    <dgm:cxn modelId="{AC0EFF15-E21C-4EC6-9095-249BDE29792D}" type="presParOf" srcId="{21B82610-D7C8-49D0-AA71-FD33FDE3F9D1}" destId="{FDAD7D67-2196-46EF-937C-B18420AA2A9B}" srcOrd="4" destOrd="0" presId="urn:microsoft.com/office/officeart/2018/2/layout/IconCircleList"/>
    <dgm:cxn modelId="{492314C5-A009-49B2-B091-75799ABAEFBC}" type="presParOf" srcId="{FDAD7D67-2196-46EF-937C-B18420AA2A9B}" destId="{7F72C860-E967-4A1E-A57E-C59D4461B9D4}" srcOrd="0" destOrd="0" presId="urn:microsoft.com/office/officeart/2018/2/layout/IconCircleList"/>
    <dgm:cxn modelId="{B55D3E67-FA8B-4FD0-BD48-F2834A403052}" type="presParOf" srcId="{FDAD7D67-2196-46EF-937C-B18420AA2A9B}" destId="{5E9A3EF0-E6E8-4FB6-A636-F16843583F9A}" srcOrd="1" destOrd="0" presId="urn:microsoft.com/office/officeart/2018/2/layout/IconCircleList"/>
    <dgm:cxn modelId="{C2A50650-20A5-420A-8217-BB5A18550DED}" type="presParOf" srcId="{FDAD7D67-2196-46EF-937C-B18420AA2A9B}" destId="{D1A3EF45-EBE1-4D64-AFDA-14580FA86E81}" srcOrd="2" destOrd="0" presId="urn:microsoft.com/office/officeart/2018/2/layout/IconCircleList"/>
    <dgm:cxn modelId="{B9AC5D1C-D355-41C7-AA0F-6F53CC69A488}" type="presParOf" srcId="{FDAD7D67-2196-46EF-937C-B18420AA2A9B}" destId="{3088AB1A-0FA0-4E52-9F50-255765274C12}" srcOrd="3" destOrd="0" presId="urn:microsoft.com/office/officeart/2018/2/layout/IconCircleList"/>
    <dgm:cxn modelId="{FAEBBAE0-165F-438F-9A05-C66F6035AD24}" type="presParOf" srcId="{21B82610-D7C8-49D0-AA71-FD33FDE3F9D1}" destId="{072A0F6F-4DEC-45BC-8921-F8096F28074D}" srcOrd="5" destOrd="0" presId="urn:microsoft.com/office/officeart/2018/2/layout/IconCircleList"/>
    <dgm:cxn modelId="{A75C9454-9965-4156-99AA-EE2A9D60130C}" type="presParOf" srcId="{21B82610-D7C8-49D0-AA71-FD33FDE3F9D1}" destId="{5F197BE8-F613-41E0-90AE-A3F16631D8CE}" srcOrd="6" destOrd="0" presId="urn:microsoft.com/office/officeart/2018/2/layout/IconCircleList"/>
    <dgm:cxn modelId="{2E34D49D-BB01-40F9-8C4F-5DCFCF1D6904}" type="presParOf" srcId="{5F197BE8-F613-41E0-90AE-A3F16631D8CE}" destId="{6A3F6373-E36F-4B5E-9449-A067ED73250B}" srcOrd="0" destOrd="0" presId="urn:microsoft.com/office/officeart/2018/2/layout/IconCircleList"/>
    <dgm:cxn modelId="{46258E31-7B3D-4619-92D1-97B431661106}" type="presParOf" srcId="{5F197BE8-F613-41E0-90AE-A3F16631D8CE}" destId="{03FAFE62-BB5E-4609-9F26-5F6165ADB27A}" srcOrd="1" destOrd="0" presId="urn:microsoft.com/office/officeart/2018/2/layout/IconCircleList"/>
    <dgm:cxn modelId="{3E808B25-3495-47F3-9A20-820019F9902B}" type="presParOf" srcId="{5F197BE8-F613-41E0-90AE-A3F16631D8CE}" destId="{CD0085BE-60BB-4F89-A16A-3F3D6FAAA6A3}" srcOrd="2" destOrd="0" presId="urn:microsoft.com/office/officeart/2018/2/layout/IconCircleList"/>
    <dgm:cxn modelId="{89A7959A-D6A6-4832-9312-6CF087160D88}" type="presParOf" srcId="{5F197BE8-F613-41E0-90AE-A3F16631D8CE}" destId="{4CCF696D-24F7-4BDD-B38D-1128C0B57967}" srcOrd="3" destOrd="0" presId="urn:microsoft.com/office/officeart/2018/2/layout/IconCircleList"/>
    <dgm:cxn modelId="{1855B9A2-02F7-41DB-960E-59D3F50443E2}" type="presParOf" srcId="{21B82610-D7C8-49D0-AA71-FD33FDE3F9D1}" destId="{8C1CB900-7C2B-4735-9645-C4A72B1B54BD}" srcOrd="7" destOrd="0" presId="urn:microsoft.com/office/officeart/2018/2/layout/IconCircleList"/>
    <dgm:cxn modelId="{42F4EB63-49FD-4F05-A64E-9DCB47C5E356}" type="presParOf" srcId="{21B82610-D7C8-49D0-AA71-FD33FDE3F9D1}" destId="{4A16CF82-D00B-489E-9BA2-E887854657C7}" srcOrd="8" destOrd="0" presId="urn:microsoft.com/office/officeart/2018/2/layout/IconCircleList"/>
    <dgm:cxn modelId="{DB721DCB-C639-4BF1-903A-BA17358F6511}" type="presParOf" srcId="{4A16CF82-D00B-489E-9BA2-E887854657C7}" destId="{34B7C693-88A6-4475-B13E-A98050DAA725}" srcOrd="0" destOrd="0" presId="urn:microsoft.com/office/officeart/2018/2/layout/IconCircleList"/>
    <dgm:cxn modelId="{721C829B-1E13-4AD7-B4CF-5A7ED129EDAF}" type="presParOf" srcId="{4A16CF82-D00B-489E-9BA2-E887854657C7}" destId="{9AAC94E9-F62C-4535-9D70-5204A1E2C125}" srcOrd="1" destOrd="0" presId="urn:microsoft.com/office/officeart/2018/2/layout/IconCircleList"/>
    <dgm:cxn modelId="{7007DC32-6134-4BB4-BB35-129122CA2850}" type="presParOf" srcId="{4A16CF82-D00B-489E-9BA2-E887854657C7}" destId="{3357C4FF-4094-4303-BB47-EDA85B77C127}" srcOrd="2" destOrd="0" presId="urn:microsoft.com/office/officeart/2018/2/layout/IconCircleList"/>
    <dgm:cxn modelId="{469C84BD-9129-4F06-8CBD-E3FD02148D1C}" type="presParOf" srcId="{4A16CF82-D00B-489E-9BA2-E887854657C7}" destId="{F7A495D2-56A6-4263-88A2-000C2EC21F4F}" srcOrd="3" destOrd="0" presId="urn:microsoft.com/office/officeart/2018/2/layout/IconCircleList"/>
    <dgm:cxn modelId="{B2FDB81B-B91C-4AB0-97EF-63F5E803F076}" type="presParOf" srcId="{21B82610-D7C8-49D0-AA71-FD33FDE3F9D1}" destId="{F107137B-DEDC-463C-B882-41E188116046}" srcOrd="9" destOrd="0" presId="urn:microsoft.com/office/officeart/2018/2/layout/IconCircleList"/>
    <dgm:cxn modelId="{920C8C68-A107-45B2-9B45-9A0EEBB373A6}" type="presParOf" srcId="{21B82610-D7C8-49D0-AA71-FD33FDE3F9D1}" destId="{CD641AB9-50B7-4845-8A4C-7A06E13CBFE6}" srcOrd="10" destOrd="0" presId="urn:microsoft.com/office/officeart/2018/2/layout/IconCircleList"/>
    <dgm:cxn modelId="{E205F2EC-BC4B-4598-ACC6-122B9CFEB7BD}" type="presParOf" srcId="{CD641AB9-50B7-4845-8A4C-7A06E13CBFE6}" destId="{3CD90401-F9FE-48A9-93D2-087173E6481A}" srcOrd="0" destOrd="0" presId="urn:microsoft.com/office/officeart/2018/2/layout/IconCircleList"/>
    <dgm:cxn modelId="{E9AE62F9-2210-4803-A8C1-66EC1B50ED26}" type="presParOf" srcId="{CD641AB9-50B7-4845-8A4C-7A06E13CBFE6}" destId="{3907DB8D-1D0E-4671-9D83-657941256481}" srcOrd="1" destOrd="0" presId="urn:microsoft.com/office/officeart/2018/2/layout/IconCircleList"/>
    <dgm:cxn modelId="{DFD749A4-C5DA-4058-A102-511ED463F7A2}" type="presParOf" srcId="{CD641AB9-50B7-4845-8A4C-7A06E13CBFE6}" destId="{23FBD906-8425-471C-8327-F019E2B192DF}" srcOrd="2" destOrd="0" presId="urn:microsoft.com/office/officeart/2018/2/layout/IconCircleList"/>
    <dgm:cxn modelId="{0D93BC3A-7F86-4A51-A7AD-7F0B7EE949D8}" type="presParOf" srcId="{CD641AB9-50B7-4845-8A4C-7A06E13CBFE6}" destId="{AC14DA59-8C6D-4524-93F8-487CFC093D0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CA4806-3152-49B3-94AD-3ACE18A64E1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B690E8-66F7-4A4F-A24D-EF83E764E30F}">
      <dgm:prSet/>
      <dgm:spPr/>
      <dgm:t>
        <a:bodyPr/>
        <a:lstStyle/>
        <a:p>
          <a:r>
            <a:rPr lang="en-US" b="1"/>
            <a:t>Challenge 1: Limited Computing</a:t>
          </a:r>
          <a:endParaRPr lang="en-US"/>
        </a:p>
      </dgm:t>
    </dgm:pt>
    <dgm:pt modelId="{10D1D782-65F2-45B1-B22E-0A8376EE369D}" type="parTrans" cxnId="{990E478B-AEA8-4998-A1CA-D1103A4A5D53}">
      <dgm:prSet/>
      <dgm:spPr/>
      <dgm:t>
        <a:bodyPr/>
        <a:lstStyle/>
        <a:p>
          <a:endParaRPr lang="en-US"/>
        </a:p>
      </dgm:t>
    </dgm:pt>
    <dgm:pt modelId="{A4A900CD-A2A1-4C6B-800B-C2BC2FA083F4}" type="sibTrans" cxnId="{990E478B-AEA8-4998-A1CA-D1103A4A5D53}">
      <dgm:prSet/>
      <dgm:spPr/>
      <dgm:t>
        <a:bodyPr/>
        <a:lstStyle/>
        <a:p>
          <a:endParaRPr lang="en-US"/>
        </a:p>
      </dgm:t>
    </dgm:pt>
    <dgm:pt modelId="{8918C972-7367-4D7D-92AB-B759D48493E8}">
      <dgm:prSet/>
      <dgm:spPr/>
      <dgm:t>
        <a:bodyPr/>
        <a:lstStyle/>
        <a:p>
          <a:r>
            <a:rPr lang="en-US"/>
            <a:t>Raspberry Pi has limited CPU/RAM compared to cloud servers</a:t>
          </a:r>
        </a:p>
      </dgm:t>
    </dgm:pt>
    <dgm:pt modelId="{C202E2BC-3B97-4ADA-BC2A-0FE01755F968}" type="parTrans" cxnId="{6B1D43F1-9115-43B1-86F9-8199D8A64D13}">
      <dgm:prSet/>
      <dgm:spPr/>
      <dgm:t>
        <a:bodyPr/>
        <a:lstStyle/>
        <a:p>
          <a:endParaRPr lang="en-US"/>
        </a:p>
      </dgm:t>
    </dgm:pt>
    <dgm:pt modelId="{32F7DFF4-6E70-4154-906E-5AC16B1FEE43}" type="sibTrans" cxnId="{6B1D43F1-9115-43B1-86F9-8199D8A64D13}">
      <dgm:prSet/>
      <dgm:spPr/>
      <dgm:t>
        <a:bodyPr/>
        <a:lstStyle/>
        <a:p>
          <a:endParaRPr lang="en-US"/>
        </a:p>
      </dgm:t>
    </dgm:pt>
    <dgm:pt modelId="{BACC7E6C-021B-49DC-B139-18D01C420190}">
      <dgm:prSet/>
      <dgm:spPr/>
      <dgm:t>
        <a:bodyPr/>
        <a:lstStyle/>
        <a:p>
          <a:r>
            <a:rPr lang="en-US" b="1"/>
            <a:t>Solution 1</a:t>
          </a:r>
          <a:endParaRPr lang="en-US"/>
        </a:p>
      </dgm:t>
    </dgm:pt>
    <dgm:pt modelId="{E2725789-B5FE-4082-91AD-DB76E5B8128F}" type="parTrans" cxnId="{96D0035E-3095-4C45-8353-F4DF496609A9}">
      <dgm:prSet/>
      <dgm:spPr/>
      <dgm:t>
        <a:bodyPr/>
        <a:lstStyle/>
        <a:p>
          <a:endParaRPr lang="en-US"/>
        </a:p>
      </dgm:t>
    </dgm:pt>
    <dgm:pt modelId="{D74A13CC-C437-4406-9A96-F012FF344C64}" type="sibTrans" cxnId="{96D0035E-3095-4C45-8353-F4DF496609A9}">
      <dgm:prSet/>
      <dgm:spPr/>
      <dgm:t>
        <a:bodyPr/>
        <a:lstStyle/>
        <a:p>
          <a:endParaRPr lang="en-US"/>
        </a:p>
      </dgm:t>
    </dgm:pt>
    <dgm:pt modelId="{BC6DEC3D-5E68-4C14-83DA-C4439F1BACBD}">
      <dgm:prSet/>
      <dgm:spPr/>
      <dgm:t>
        <a:bodyPr/>
        <a:lstStyle/>
        <a:p>
          <a:r>
            <a:rPr lang="en-US" dirty="0"/>
            <a:t>Used lightweight models (YuNet + </a:t>
          </a:r>
          <a:r>
            <a:rPr lang="en-US" dirty="0" err="1"/>
            <a:t>SFace</a:t>
          </a:r>
          <a:r>
            <a:rPr lang="en-US" dirty="0"/>
            <a:t>) optimized for edge devices. Xception-39 is 200× lighter than traditional models.</a:t>
          </a:r>
        </a:p>
      </dgm:t>
    </dgm:pt>
    <dgm:pt modelId="{BC49B15B-C764-4F61-B375-44F006326B69}" type="parTrans" cxnId="{9F1B80E5-3F92-4BB1-8B45-0F6A2AE1E770}">
      <dgm:prSet/>
      <dgm:spPr/>
      <dgm:t>
        <a:bodyPr/>
        <a:lstStyle/>
        <a:p>
          <a:endParaRPr lang="en-US"/>
        </a:p>
      </dgm:t>
    </dgm:pt>
    <dgm:pt modelId="{66C1114A-5412-4384-A80E-D1205D92228C}" type="sibTrans" cxnId="{9F1B80E5-3F92-4BB1-8B45-0F6A2AE1E770}">
      <dgm:prSet/>
      <dgm:spPr/>
      <dgm:t>
        <a:bodyPr/>
        <a:lstStyle/>
        <a:p>
          <a:endParaRPr lang="en-US"/>
        </a:p>
      </dgm:t>
    </dgm:pt>
    <dgm:pt modelId="{2210CB1A-801C-43A2-A2B5-691A207D03B9}">
      <dgm:prSet/>
      <dgm:spPr/>
      <dgm:t>
        <a:bodyPr/>
        <a:lstStyle/>
        <a:p>
          <a:r>
            <a:rPr lang="en-US" b="1"/>
            <a:t>Challenge 2: Varying Face Scales</a:t>
          </a:r>
          <a:endParaRPr lang="en-US"/>
        </a:p>
      </dgm:t>
    </dgm:pt>
    <dgm:pt modelId="{826B8581-8817-4011-BFFC-5B3F941657F7}" type="parTrans" cxnId="{C12713F8-C613-4F25-901F-479CABACEF29}">
      <dgm:prSet/>
      <dgm:spPr/>
      <dgm:t>
        <a:bodyPr/>
        <a:lstStyle/>
        <a:p>
          <a:endParaRPr lang="en-US"/>
        </a:p>
      </dgm:t>
    </dgm:pt>
    <dgm:pt modelId="{86A99023-D56F-4D18-A9EE-0B49F069016A}" type="sibTrans" cxnId="{C12713F8-C613-4F25-901F-479CABACEF29}">
      <dgm:prSet/>
      <dgm:spPr/>
      <dgm:t>
        <a:bodyPr/>
        <a:lstStyle/>
        <a:p>
          <a:endParaRPr lang="en-US"/>
        </a:p>
      </dgm:t>
    </dgm:pt>
    <dgm:pt modelId="{74553660-858F-434D-BCC2-4D0E3708A629}">
      <dgm:prSet/>
      <dgm:spPr/>
      <dgm:t>
        <a:bodyPr/>
        <a:lstStyle/>
        <a:p>
          <a:r>
            <a:rPr lang="en-US"/>
            <a:t>Faces can appear from 10px to 2000px depending on distance</a:t>
          </a:r>
        </a:p>
      </dgm:t>
    </dgm:pt>
    <dgm:pt modelId="{8AA860EF-6F3C-48BC-B1C1-90F30EC379CE}" type="parTrans" cxnId="{43AFEA9F-6450-47DB-9492-ED19532A0657}">
      <dgm:prSet/>
      <dgm:spPr/>
      <dgm:t>
        <a:bodyPr/>
        <a:lstStyle/>
        <a:p>
          <a:endParaRPr lang="en-US"/>
        </a:p>
      </dgm:t>
    </dgm:pt>
    <dgm:pt modelId="{B784D40F-6B51-4A69-9CF1-5606BCBFA288}" type="sibTrans" cxnId="{43AFEA9F-6450-47DB-9492-ED19532A0657}">
      <dgm:prSet/>
      <dgm:spPr/>
      <dgm:t>
        <a:bodyPr/>
        <a:lstStyle/>
        <a:p>
          <a:endParaRPr lang="en-US"/>
        </a:p>
      </dgm:t>
    </dgm:pt>
    <dgm:pt modelId="{95634960-7AD9-4FEB-A73D-D2873C3C7233}">
      <dgm:prSet/>
      <dgm:spPr/>
      <dgm:t>
        <a:bodyPr/>
        <a:lstStyle/>
        <a:p>
          <a:r>
            <a:rPr lang="en-US" b="1"/>
            <a:t>Solution 2</a:t>
          </a:r>
          <a:endParaRPr lang="en-US"/>
        </a:p>
      </dgm:t>
    </dgm:pt>
    <dgm:pt modelId="{55473FBD-3F3E-49DB-9096-004A401738EA}" type="parTrans" cxnId="{3C2F8FE8-D0D4-4FE0-A134-E324F7F4EB32}">
      <dgm:prSet/>
      <dgm:spPr/>
      <dgm:t>
        <a:bodyPr/>
        <a:lstStyle/>
        <a:p>
          <a:endParaRPr lang="en-US"/>
        </a:p>
      </dgm:t>
    </dgm:pt>
    <dgm:pt modelId="{DE69D380-B901-4108-9832-DF029FB2A5DE}" type="sibTrans" cxnId="{3C2F8FE8-D0D4-4FE0-A134-E324F7F4EB32}">
      <dgm:prSet/>
      <dgm:spPr/>
      <dgm:t>
        <a:bodyPr/>
        <a:lstStyle/>
        <a:p>
          <a:endParaRPr lang="en-US"/>
        </a:p>
      </dgm:t>
    </dgm:pt>
    <dgm:pt modelId="{39188F23-5A6E-4F47-97B8-F1B7D22F3346}">
      <dgm:prSet/>
      <dgm:spPr/>
      <dgm:t>
        <a:bodyPr/>
        <a:lstStyle/>
        <a:p>
          <a:r>
            <a:rPr lang="en-US"/>
            <a:t>SFace's dual-branch architecture (anchor-based + anchor-free) handles all scales effectively.</a:t>
          </a:r>
        </a:p>
      </dgm:t>
    </dgm:pt>
    <dgm:pt modelId="{C24365A0-E061-4D16-BA77-5C6C540CD42C}" type="parTrans" cxnId="{E3E73346-FB20-4946-B1EB-51C765D07A1C}">
      <dgm:prSet/>
      <dgm:spPr/>
      <dgm:t>
        <a:bodyPr/>
        <a:lstStyle/>
        <a:p>
          <a:endParaRPr lang="en-US"/>
        </a:p>
      </dgm:t>
    </dgm:pt>
    <dgm:pt modelId="{2D065BFB-45C5-4F55-92F8-585577C3F8E7}" type="sibTrans" cxnId="{E3E73346-FB20-4946-B1EB-51C765D07A1C}">
      <dgm:prSet/>
      <dgm:spPr/>
      <dgm:t>
        <a:bodyPr/>
        <a:lstStyle/>
        <a:p>
          <a:endParaRPr lang="en-US"/>
        </a:p>
      </dgm:t>
    </dgm:pt>
    <dgm:pt modelId="{1279360E-A448-4FFF-921F-C4DCA4C068AA}">
      <dgm:prSet/>
      <dgm:spPr/>
      <dgm:t>
        <a:bodyPr/>
        <a:lstStyle/>
        <a:p>
          <a:r>
            <a:rPr lang="en-US" b="1"/>
            <a:t>Challenge 3: Real-Time Performance</a:t>
          </a:r>
          <a:endParaRPr lang="en-US"/>
        </a:p>
      </dgm:t>
    </dgm:pt>
    <dgm:pt modelId="{90D754FD-DC52-4C27-8D6C-0E1EEA37682C}" type="parTrans" cxnId="{E063E206-FCAB-40EC-8E2E-467888BC2CCA}">
      <dgm:prSet/>
      <dgm:spPr/>
      <dgm:t>
        <a:bodyPr/>
        <a:lstStyle/>
        <a:p>
          <a:endParaRPr lang="en-US"/>
        </a:p>
      </dgm:t>
    </dgm:pt>
    <dgm:pt modelId="{D60BDE4E-A571-4776-878E-EE60070D72B6}" type="sibTrans" cxnId="{E063E206-FCAB-40EC-8E2E-467888BC2CCA}">
      <dgm:prSet/>
      <dgm:spPr/>
      <dgm:t>
        <a:bodyPr/>
        <a:lstStyle/>
        <a:p>
          <a:endParaRPr lang="en-US"/>
        </a:p>
      </dgm:t>
    </dgm:pt>
    <dgm:pt modelId="{0A2B7775-7D61-4896-BD61-B94B98C80C90}">
      <dgm:prSet/>
      <dgm:spPr/>
      <dgm:t>
        <a:bodyPr/>
        <a:lstStyle/>
        <a:p>
          <a:r>
            <a:rPr lang="en-US"/>
            <a:t>Need to process video frames fast enough for smooth operation</a:t>
          </a:r>
        </a:p>
      </dgm:t>
    </dgm:pt>
    <dgm:pt modelId="{0B0F91E9-B8F4-49D8-94F7-05A1A37066B0}" type="parTrans" cxnId="{4F1BD2DA-B73A-4281-986E-C6A7B328CC9F}">
      <dgm:prSet/>
      <dgm:spPr/>
      <dgm:t>
        <a:bodyPr/>
        <a:lstStyle/>
        <a:p>
          <a:endParaRPr lang="en-US"/>
        </a:p>
      </dgm:t>
    </dgm:pt>
    <dgm:pt modelId="{76F39CB3-C076-43FE-927B-99C8F536B0A2}" type="sibTrans" cxnId="{4F1BD2DA-B73A-4281-986E-C6A7B328CC9F}">
      <dgm:prSet/>
      <dgm:spPr/>
      <dgm:t>
        <a:bodyPr/>
        <a:lstStyle/>
        <a:p>
          <a:endParaRPr lang="en-US"/>
        </a:p>
      </dgm:t>
    </dgm:pt>
    <dgm:pt modelId="{7E7B414D-A714-4A52-8146-7492D191A81D}">
      <dgm:prSet/>
      <dgm:spPr/>
      <dgm:t>
        <a:bodyPr/>
        <a:lstStyle/>
        <a:p>
          <a:r>
            <a:rPr lang="en-US" b="1"/>
            <a:t>Solution 3</a:t>
          </a:r>
          <a:endParaRPr lang="en-US"/>
        </a:p>
      </dgm:t>
    </dgm:pt>
    <dgm:pt modelId="{EAB6DD0B-81FC-4812-8895-FA1BA63FC072}" type="parTrans" cxnId="{94AA52BC-C8DD-4D6A-9E8F-58AFD6A337F7}">
      <dgm:prSet/>
      <dgm:spPr/>
      <dgm:t>
        <a:bodyPr/>
        <a:lstStyle/>
        <a:p>
          <a:endParaRPr lang="en-US"/>
        </a:p>
      </dgm:t>
    </dgm:pt>
    <dgm:pt modelId="{1890D13F-81D0-4120-AF94-8442EA93B87D}" type="sibTrans" cxnId="{94AA52BC-C8DD-4D6A-9E8F-58AFD6A337F7}">
      <dgm:prSet/>
      <dgm:spPr/>
      <dgm:t>
        <a:bodyPr/>
        <a:lstStyle/>
        <a:p>
          <a:endParaRPr lang="en-US"/>
        </a:p>
      </dgm:t>
    </dgm:pt>
    <dgm:pt modelId="{EA4D9C92-5E0C-41E7-A7DD-DFE0C46D491C}">
      <dgm:prSet/>
      <dgm:spPr/>
      <dgm:t>
        <a:bodyPr/>
        <a:lstStyle/>
        <a:p>
          <a:r>
            <a:rPr lang="en-US" dirty="0"/>
            <a:t>Optimized pipeline with efficient FPN backbone achieves ~20 FPS on edge hardware.</a:t>
          </a:r>
        </a:p>
      </dgm:t>
    </dgm:pt>
    <dgm:pt modelId="{B0F958BF-3684-425C-BED3-2BE05682FE76}" type="parTrans" cxnId="{8F902DD5-B08C-4A58-A042-E7320783F588}">
      <dgm:prSet/>
      <dgm:spPr/>
      <dgm:t>
        <a:bodyPr/>
        <a:lstStyle/>
        <a:p>
          <a:endParaRPr lang="en-US"/>
        </a:p>
      </dgm:t>
    </dgm:pt>
    <dgm:pt modelId="{5F02C783-401F-4C1C-A28A-9EA491EE76B4}" type="sibTrans" cxnId="{8F902DD5-B08C-4A58-A042-E7320783F588}">
      <dgm:prSet/>
      <dgm:spPr/>
      <dgm:t>
        <a:bodyPr/>
        <a:lstStyle/>
        <a:p>
          <a:endParaRPr lang="en-US"/>
        </a:p>
      </dgm:t>
    </dgm:pt>
    <dgm:pt modelId="{A01423CE-627E-419C-94C5-3C4C70EB5A9B}">
      <dgm:prSet/>
      <dgm:spPr/>
      <dgm:t>
        <a:bodyPr/>
        <a:lstStyle/>
        <a:p>
          <a:r>
            <a:rPr lang="en-US" b="1"/>
            <a:t>Challenge 4: False Positives</a:t>
          </a:r>
          <a:endParaRPr lang="en-US"/>
        </a:p>
      </dgm:t>
    </dgm:pt>
    <dgm:pt modelId="{7C7B2DB7-9528-463E-A8C8-40C64CB55C80}" type="parTrans" cxnId="{D1D4BCF3-021C-4684-A076-6FD1B0E76454}">
      <dgm:prSet/>
      <dgm:spPr/>
      <dgm:t>
        <a:bodyPr/>
        <a:lstStyle/>
        <a:p>
          <a:endParaRPr lang="en-US"/>
        </a:p>
      </dgm:t>
    </dgm:pt>
    <dgm:pt modelId="{A76769CD-4275-4B40-A17A-68C3DD8B2A06}" type="sibTrans" cxnId="{D1D4BCF3-021C-4684-A076-6FD1B0E76454}">
      <dgm:prSet/>
      <dgm:spPr/>
      <dgm:t>
        <a:bodyPr/>
        <a:lstStyle/>
        <a:p>
          <a:endParaRPr lang="en-US"/>
        </a:p>
      </dgm:t>
    </dgm:pt>
    <dgm:pt modelId="{189508C9-CC7E-4707-BBC1-2DCA6EEA2773}">
      <dgm:prSet/>
      <dgm:spPr/>
      <dgm:t>
        <a:bodyPr/>
        <a:lstStyle/>
        <a:p>
          <a:r>
            <a:rPr lang="en-US"/>
            <a:t>Risk of incorrectly identifying strangers as known users</a:t>
          </a:r>
        </a:p>
      </dgm:t>
    </dgm:pt>
    <dgm:pt modelId="{CE60CC2D-7A24-48F1-9945-0733283B071A}" type="parTrans" cxnId="{34849E21-1426-4E87-A686-34F82C4D8E4E}">
      <dgm:prSet/>
      <dgm:spPr/>
      <dgm:t>
        <a:bodyPr/>
        <a:lstStyle/>
        <a:p>
          <a:endParaRPr lang="en-US"/>
        </a:p>
      </dgm:t>
    </dgm:pt>
    <dgm:pt modelId="{284673D3-90D4-4308-BDFB-77B49AC339E8}" type="sibTrans" cxnId="{34849E21-1426-4E87-A686-34F82C4D8E4E}">
      <dgm:prSet/>
      <dgm:spPr/>
      <dgm:t>
        <a:bodyPr/>
        <a:lstStyle/>
        <a:p>
          <a:endParaRPr lang="en-US"/>
        </a:p>
      </dgm:t>
    </dgm:pt>
    <dgm:pt modelId="{A0A9C463-CF78-458E-9343-A786058A8961}">
      <dgm:prSet/>
      <dgm:spPr/>
      <dgm:t>
        <a:bodyPr/>
        <a:lstStyle/>
        <a:p>
          <a:r>
            <a:rPr lang="en-US" b="1"/>
            <a:t>Solution 4</a:t>
          </a:r>
          <a:endParaRPr lang="en-US"/>
        </a:p>
      </dgm:t>
    </dgm:pt>
    <dgm:pt modelId="{EA6E5F1B-2A60-4D3E-8F2E-B3323979C5AC}" type="parTrans" cxnId="{4D36B968-1316-4A8D-B5AC-B0662222C378}">
      <dgm:prSet/>
      <dgm:spPr/>
      <dgm:t>
        <a:bodyPr/>
        <a:lstStyle/>
        <a:p>
          <a:endParaRPr lang="en-US"/>
        </a:p>
      </dgm:t>
    </dgm:pt>
    <dgm:pt modelId="{BC055AB2-56F0-4D9A-ACBA-47D5ACB56A8D}" type="sibTrans" cxnId="{4D36B968-1316-4A8D-B5AC-B0662222C378}">
      <dgm:prSet/>
      <dgm:spPr/>
      <dgm:t>
        <a:bodyPr/>
        <a:lstStyle/>
        <a:p>
          <a:endParaRPr lang="en-US"/>
        </a:p>
      </dgm:t>
    </dgm:pt>
    <dgm:pt modelId="{AE08B1D3-6446-4B32-9B17-0A452BC64899}">
      <dgm:prSet/>
      <dgm:spPr/>
      <dgm:t>
        <a:bodyPr/>
        <a:lstStyle/>
        <a:p>
          <a:r>
            <a:rPr lang="en-US"/>
            <a:t>Carefully tuned similarity threshold (0.363) balances accuracy and false positive rate.</a:t>
          </a:r>
        </a:p>
      </dgm:t>
    </dgm:pt>
    <dgm:pt modelId="{13076BB1-0EE0-4847-9733-D32255673F6C}" type="parTrans" cxnId="{B1E1F7A7-638B-4B4C-A8CD-F1775A4F7981}">
      <dgm:prSet/>
      <dgm:spPr/>
      <dgm:t>
        <a:bodyPr/>
        <a:lstStyle/>
        <a:p>
          <a:endParaRPr lang="en-US"/>
        </a:p>
      </dgm:t>
    </dgm:pt>
    <dgm:pt modelId="{C73E3CC5-C7F9-435C-96B9-83DFE20D2D31}" type="sibTrans" cxnId="{B1E1F7A7-638B-4B4C-A8CD-F1775A4F7981}">
      <dgm:prSet/>
      <dgm:spPr/>
      <dgm:t>
        <a:bodyPr/>
        <a:lstStyle/>
        <a:p>
          <a:endParaRPr lang="en-US"/>
        </a:p>
      </dgm:t>
    </dgm:pt>
    <dgm:pt modelId="{4C53CFE6-7FA0-394F-BB1A-C6B04699F242}" type="pres">
      <dgm:prSet presAssocID="{4DCA4806-3152-49B3-94AD-3ACE18A64E1E}" presName="Name0" presStyleCnt="0">
        <dgm:presLayoutVars>
          <dgm:dir/>
          <dgm:animLvl val="lvl"/>
          <dgm:resizeHandles val="exact"/>
        </dgm:presLayoutVars>
      </dgm:prSet>
      <dgm:spPr/>
    </dgm:pt>
    <dgm:pt modelId="{E3E7FF7B-7795-9A45-AA0E-E5F275FED032}" type="pres">
      <dgm:prSet presAssocID="{FCB690E8-66F7-4A4F-A24D-EF83E764E30F}" presName="composite" presStyleCnt="0"/>
      <dgm:spPr/>
    </dgm:pt>
    <dgm:pt modelId="{B20C4A1E-679D-8B4E-A96B-D3BFCA545C10}" type="pres">
      <dgm:prSet presAssocID="{FCB690E8-66F7-4A4F-A24D-EF83E764E30F}" presName="parTx" presStyleLbl="alignNode1" presStyleIdx="0" presStyleCnt="8">
        <dgm:presLayoutVars>
          <dgm:chMax val="0"/>
          <dgm:chPref val="0"/>
          <dgm:bulletEnabled val="1"/>
        </dgm:presLayoutVars>
      </dgm:prSet>
      <dgm:spPr/>
    </dgm:pt>
    <dgm:pt modelId="{C6935F35-207D-AC4C-95C7-35BA4AF73247}" type="pres">
      <dgm:prSet presAssocID="{FCB690E8-66F7-4A4F-A24D-EF83E764E30F}" presName="desTx" presStyleLbl="alignAccFollowNode1" presStyleIdx="0" presStyleCnt="8">
        <dgm:presLayoutVars>
          <dgm:bulletEnabled val="1"/>
        </dgm:presLayoutVars>
      </dgm:prSet>
      <dgm:spPr/>
    </dgm:pt>
    <dgm:pt modelId="{17547B00-D2C8-6945-8E22-D5B828B0419D}" type="pres">
      <dgm:prSet presAssocID="{A4A900CD-A2A1-4C6B-800B-C2BC2FA083F4}" presName="space" presStyleCnt="0"/>
      <dgm:spPr/>
    </dgm:pt>
    <dgm:pt modelId="{B2743E97-CF96-7746-94C1-7CDDE0E73CC4}" type="pres">
      <dgm:prSet presAssocID="{BACC7E6C-021B-49DC-B139-18D01C420190}" presName="composite" presStyleCnt="0"/>
      <dgm:spPr/>
    </dgm:pt>
    <dgm:pt modelId="{8B7C2543-3202-FC43-AB46-ECED4FFA6B55}" type="pres">
      <dgm:prSet presAssocID="{BACC7E6C-021B-49DC-B139-18D01C420190}" presName="parTx" presStyleLbl="alignNode1" presStyleIdx="1" presStyleCnt="8">
        <dgm:presLayoutVars>
          <dgm:chMax val="0"/>
          <dgm:chPref val="0"/>
          <dgm:bulletEnabled val="1"/>
        </dgm:presLayoutVars>
      </dgm:prSet>
      <dgm:spPr/>
    </dgm:pt>
    <dgm:pt modelId="{3604ACED-3021-F647-A29A-9BB6B51544F1}" type="pres">
      <dgm:prSet presAssocID="{BACC7E6C-021B-49DC-B139-18D01C420190}" presName="desTx" presStyleLbl="alignAccFollowNode1" presStyleIdx="1" presStyleCnt="8">
        <dgm:presLayoutVars>
          <dgm:bulletEnabled val="1"/>
        </dgm:presLayoutVars>
      </dgm:prSet>
      <dgm:spPr/>
    </dgm:pt>
    <dgm:pt modelId="{53304A3A-2B7D-9148-99B5-EF6E43E78C8D}" type="pres">
      <dgm:prSet presAssocID="{D74A13CC-C437-4406-9A96-F012FF344C64}" presName="space" presStyleCnt="0"/>
      <dgm:spPr/>
    </dgm:pt>
    <dgm:pt modelId="{B9D723CB-7B13-954F-8E73-8F6E6869B8FD}" type="pres">
      <dgm:prSet presAssocID="{2210CB1A-801C-43A2-A2B5-691A207D03B9}" presName="composite" presStyleCnt="0"/>
      <dgm:spPr/>
    </dgm:pt>
    <dgm:pt modelId="{92E7DBF4-A967-CF4C-873A-44EDE27E499A}" type="pres">
      <dgm:prSet presAssocID="{2210CB1A-801C-43A2-A2B5-691A207D03B9}" presName="parTx" presStyleLbl="alignNode1" presStyleIdx="2" presStyleCnt="8">
        <dgm:presLayoutVars>
          <dgm:chMax val="0"/>
          <dgm:chPref val="0"/>
          <dgm:bulletEnabled val="1"/>
        </dgm:presLayoutVars>
      </dgm:prSet>
      <dgm:spPr/>
    </dgm:pt>
    <dgm:pt modelId="{B8CF8B48-6C10-7645-9AFF-C71FC9F9373B}" type="pres">
      <dgm:prSet presAssocID="{2210CB1A-801C-43A2-A2B5-691A207D03B9}" presName="desTx" presStyleLbl="alignAccFollowNode1" presStyleIdx="2" presStyleCnt="8">
        <dgm:presLayoutVars>
          <dgm:bulletEnabled val="1"/>
        </dgm:presLayoutVars>
      </dgm:prSet>
      <dgm:spPr/>
    </dgm:pt>
    <dgm:pt modelId="{0EBD7131-4049-104C-B3E6-A6F1263B118C}" type="pres">
      <dgm:prSet presAssocID="{86A99023-D56F-4D18-A9EE-0B49F069016A}" presName="space" presStyleCnt="0"/>
      <dgm:spPr/>
    </dgm:pt>
    <dgm:pt modelId="{FB0BB11B-6272-1F44-A1E3-B26AAB8535EE}" type="pres">
      <dgm:prSet presAssocID="{95634960-7AD9-4FEB-A73D-D2873C3C7233}" presName="composite" presStyleCnt="0"/>
      <dgm:spPr/>
    </dgm:pt>
    <dgm:pt modelId="{E8F0CBC6-FCFF-6A46-9B9E-C53EFBBA29E6}" type="pres">
      <dgm:prSet presAssocID="{95634960-7AD9-4FEB-A73D-D2873C3C7233}" presName="parTx" presStyleLbl="alignNode1" presStyleIdx="3" presStyleCnt="8">
        <dgm:presLayoutVars>
          <dgm:chMax val="0"/>
          <dgm:chPref val="0"/>
          <dgm:bulletEnabled val="1"/>
        </dgm:presLayoutVars>
      </dgm:prSet>
      <dgm:spPr/>
    </dgm:pt>
    <dgm:pt modelId="{FFA8ACE3-37C1-7441-8D69-9C6448E65BAF}" type="pres">
      <dgm:prSet presAssocID="{95634960-7AD9-4FEB-A73D-D2873C3C7233}" presName="desTx" presStyleLbl="alignAccFollowNode1" presStyleIdx="3" presStyleCnt="8">
        <dgm:presLayoutVars>
          <dgm:bulletEnabled val="1"/>
        </dgm:presLayoutVars>
      </dgm:prSet>
      <dgm:spPr/>
    </dgm:pt>
    <dgm:pt modelId="{E6174114-8A9E-2442-AB1D-D16D96CEFF51}" type="pres">
      <dgm:prSet presAssocID="{DE69D380-B901-4108-9832-DF029FB2A5DE}" presName="space" presStyleCnt="0"/>
      <dgm:spPr/>
    </dgm:pt>
    <dgm:pt modelId="{4F13E75C-C78C-824D-B878-5DA6DBB53A55}" type="pres">
      <dgm:prSet presAssocID="{1279360E-A448-4FFF-921F-C4DCA4C068AA}" presName="composite" presStyleCnt="0"/>
      <dgm:spPr/>
    </dgm:pt>
    <dgm:pt modelId="{A2A06A51-E28C-B64F-969A-AE16973D3F4A}" type="pres">
      <dgm:prSet presAssocID="{1279360E-A448-4FFF-921F-C4DCA4C068AA}" presName="parTx" presStyleLbl="alignNode1" presStyleIdx="4" presStyleCnt="8">
        <dgm:presLayoutVars>
          <dgm:chMax val="0"/>
          <dgm:chPref val="0"/>
          <dgm:bulletEnabled val="1"/>
        </dgm:presLayoutVars>
      </dgm:prSet>
      <dgm:spPr/>
    </dgm:pt>
    <dgm:pt modelId="{7A00DF82-2717-4B4A-8DFB-446CDA298AF5}" type="pres">
      <dgm:prSet presAssocID="{1279360E-A448-4FFF-921F-C4DCA4C068AA}" presName="desTx" presStyleLbl="alignAccFollowNode1" presStyleIdx="4" presStyleCnt="8">
        <dgm:presLayoutVars>
          <dgm:bulletEnabled val="1"/>
        </dgm:presLayoutVars>
      </dgm:prSet>
      <dgm:spPr/>
    </dgm:pt>
    <dgm:pt modelId="{037E5323-AE2E-9646-9FA0-6FAE03DE1462}" type="pres">
      <dgm:prSet presAssocID="{D60BDE4E-A571-4776-878E-EE60070D72B6}" presName="space" presStyleCnt="0"/>
      <dgm:spPr/>
    </dgm:pt>
    <dgm:pt modelId="{C6214F8C-C235-6442-8F6E-B4DA45C7EA81}" type="pres">
      <dgm:prSet presAssocID="{7E7B414D-A714-4A52-8146-7492D191A81D}" presName="composite" presStyleCnt="0"/>
      <dgm:spPr/>
    </dgm:pt>
    <dgm:pt modelId="{B43AA07E-5A13-354D-94FE-31D37F304229}" type="pres">
      <dgm:prSet presAssocID="{7E7B414D-A714-4A52-8146-7492D191A81D}" presName="parTx" presStyleLbl="alignNode1" presStyleIdx="5" presStyleCnt="8">
        <dgm:presLayoutVars>
          <dgm:chMax val="0"/>
          <dgm:chPref val="0"/>
          <dgm:bulletEnabled val="1"/>
        </dgm:presLayoutVars>
      </dgm:prSet>
      <dgm:spPr/>
    </dgm:pt>
    <dgm:pt modelId="{C8DB81C3-2F84-154D-9F5E-2C03629449A0}" type="pres">
      <dgm:prSet presAssocID="{7E7B414D-A714-4A52-8146-7492D191A81D}" presName="desTx" presStyleLbl="alignAccFollowNode1" presStyleIdx="5" presStyleCnt="8">
        <dgm:presLayoutVars>
          <dgm:bulletEnabled val="1"/>
        </dgm:presLayoutVars>
      </dgm:prSet>
      <dgm:spPr/>
    </dgm:pt>
    <dgm:pt modelId="{BF4373DB-36AF-9C4D-A411-5874D36D1018}" type="pres">
      <dgm:prSet presAssocID="{1890D13F-81D0-4120-AF94-8442EA93B87D}" presName="space" presStyleCnt="0"/>
      <dgm:spPr/>
    </dgm:pt>
    <dgm:pt modelId="{6815A641-D2F4-8640-9ED4-4D2D7AAD08A8}" type="pres">
      <dgm:prSet presAssocID="{A01423CE-627E-419C-94C5-3C4C70EB5A9B}" presName="composite" presStyleCnt="0"/>
      <dgm:spPr/>
    </dgm:pt>
    <dgm:pt modelId="{4ED0285B-A507-0C49-A037-711FCD436B34}" type="pres">
      <dgm:prSet presAssocID="{A01423CE-627E-419C-94C5-3C4C70EB5A9B}" presName="parTx" presStyleLbl="alignNode1" presStyleIdx="6" presStyleCnt="8">
        <dgm:presLayoutVars>
          <dgm:chMax val="0"/>
          <dgm:chPref val="0"/>
          <dgm:bulletEnabled val="1"/>
        </dgm:presLayoutVars>
      </dgm:prSet>
      <dgm:spPr/>
    </dgm:pt>
    <dgm:pt modelId="{283AA207-5F4C-A146-AA6A-3E919933597E}" type="pres">
      <dgm:prSet presAssocID="{A01423CE-627E-419C-94C5-3C4C70EB5A9B}" presName="desTx" presStyleLbl="alignAccFollowNode1" presStyleIdx="6" presStyleCnt="8">
        <dgm:presLayoutVars>
          <dgm:bulletEnabled val="1"/>
        </dgm:presLayoutVars>
      </dgm:prSet>
      <dgm:spPr/>
    </dgm:pt>
    <dgm:pt modelId="{07663DE5-5B90-1148-9133-7424E4DE4B54}" type="pres">
      <dgm:prSet presAssocID="{A76769CD-4275-4B40-A17A-68C3DD8B2A06}" presName="space" presStyleCnt="0"/>
      <dgm:spPr/>
    </dgm:pt>
    <dgm:pt modelId="{B705E661-5785-E248-B815-1B942A26003B}" type="pres">
      <dgm:prSet presAssocID="{A0A9C463-CF78-458E-9343-A786058A8961}" presName="composite" presStyleCnt="0"/>
      <dgm:spPr/>
    </dgm:pt>
    <dgm:pt modelId="{BB380796-C72A-2248-840D-947B1E744E43}" type="pres">
      <dgm:prSet presAssocID="{A0A9C463-CF78-458E-9343-A786058A8961}" presName="parTx" presStyleLbl="alignNode1" presStyleIdx="7" presStyleCnt="8">
        <dgm:presLayoutVars>
          <dgm:chMax val="0"/>
          <dgm:chPref val="0"/>
          <dgm:bulletEnabled val="1"/>
        </dgm:presLayoutVars>
      </dgm:prSet>
      <dgm:spPr/>
    </dgm:pt>
    <dgm:pt modelId="{82324E89-000F-F447-B14D-DCE157168FFC}" type="pres">
      <dgm:prSet presAssocID="{A0A9C463-CF78-458E-9343-A786058A8961}" presName="desTx" presStyleLbl="alignAccFollowNode1" presStyleIdx="7" presStyleCnt="8">
        <dgm:presLayoutVars>
          <dgm:bulletEnabled val="1"/>
        </dgm:presLayoutVars>
      </dgm:prSet>
      <dgm:spPr/>
    </dgm:pt>
  </dgm:ptLst>
  <dgm:cxnLst>
    <dgm:cxn modelId="{51559F01-D0B0-DB4E-AF65-63ADE0C3000B}" type="presOf" srcId="{95634960-7AD9-4FEB-A73D-D2873C3C7233}" destId="{E8F0CBC6-FCFF-6A46-9B9E-C53EFBBA29E6}" srcOrd="0" destOrd="0" presId="urn:microsoft.com/office/officeart/2005/8/layout/hList1"/>
    <dgm:cxn modelId="{E4F50F02-E4A6-384A-84C6-72AFDD2CCE0F}" type="presOf" srcId="{AE08B1D3-6446-4B32-9B17-0A452BC64899}" destId="{82324E89-000F-F447-B14D-DCE157168FFC}" srcOrd="0" destOrd="0" presId="urn:microsoft.com/office/officeart/2005/8/layout/hList1"/>
    <dgm:cxn modelId="{E063E206-FCAB-40EC-8E2E-467888BC2CCA}" srcId="{4DCA4806-3152-49B3-94AD-3ACE18A64E1E}" destId="{1279360E-A448-4FFF-921F-C4DCA4C068AA}" srcOrd="4" destOrd="0" parTransId="{90D754FD-DC52-4C27-8D6C-0E1EEA37682C}" sibTransId="{D60BDE4E-A571-4776-878E-EE60070D72B6}"/>
    <dgm:cxn modelId="{B7994813-AF48-E142-A4D1-D5D8FF9E7939}" type="presOf" srcId="{A0A9C463-CF78-458E-9343-A786058A8961}" destId="{BB380796-C72A-2248-840D-947B1E744E43}" srcOrd="0" destOrd="0" presId="urn:microsoft.com/office/officeart/2005/8/layout/hList1"/>
    <dgm:cxn modelId="{6C236015-9E72-C841-AC98-6FE98B5CB84E}" type="presOf" srcId="{EA4D9C92-5E0C-41E7-A7DD-DFE0C46D491C}" destId="{C8DB81C3-2F84-154D-9F5E-2C03629449A0}" srcOrd="0" destOrd="0" presId="urn:microsoft.com/office/officeart/2005/8/layout/hList1"/>
    <dgm:cxn modelId="{34849E21-1426-4E87-A686-34F82C4D8E4E}" srcId="{A01423CE-627E-419C-94C5-3C4C70EB5A9B}" destId="{189508C9-CC7E-4707-BBC1-2DCA6EEA2773}" srcOrd="0" destOrd="0" parTransId="{CE60CC2D-7A24-48F1-9945-0733283B071A}" sibTransId="{284673D3-90D4-4308-BDFB-77B49AC339E8}"/>
    <dgm:cxn modelId="{6D2C672F-A295-3A48-98B0-70CE3EA35E36}" type="presOf" srcId="{2210CB1A-801C-43A2-A2B5-691A207D03B9}" destId="{92E7DBF4-A967-CF4C-873A-44EDE27E499A}" srcOrd="0" destOrd="0" presId="urn:microsoft.com/office/officeart/2005/8/layout/hList1"/>
    <dgm:cxn modelId="{9824A631-02D8-6345-817C-231F69D57359}" type="presOf" srcId="{4DCA4806-3152-49B3-94AD-3ACE18A64E1E}" destId="{4C53CFE6-7FA0-394F-BB1A-C6B04699F242}" srcOrd="0" destOrd="0" presId="urn:microsoft.com/office/officeart/2005/8/layout/hList1"/>
    <dgm:cxn modelId="{96D0035E-3095-4C45-8353-F4DF496609A9}" srcId="{4DCA4806-3152-49B3-94AD-3ACE18A64E1E}" destId="{BACC7E6C-021B-49DC-B139-18D01C420190}" srcOrd="1" destOrd="0" parTransId="{E2725789-B5FE-4082-91AD-DB76E5B8128F}" sibTransId="{D74A13CC-C437-4406-9A96-F012FF344C64}"/>
    <dgm:cxn modelId="{29C6095E-26F5-AF4F-83D1-665901CD3AE8}" type="presOf" srcId="{BC6DEC3D-5E68-4C14-83DA-C4439F1BACBD}" destId="{3604ACED-3021-F647-A29A-9BB6B51544F1}" srcOrd="0" destOrd="0" presId="urn:microsoft.com/office/officeart/2005/8/layout/hList1"/>
    <dgm:cxn modelId="{E3E73346-FB20-4946-B1EB-51C765D07A1C}" srcId="{95634960-7AD9-4FEB-A73D-D2873C3C7233}" destId="{39188F23-5A6E-4F47-97B8-F1B7D22F3346}" srcOrd="0" destOrd="0" parTransId="{C24365A0-E061-4D16-BA77-5C6C540CD42C}" sibTransId="{2D065BFB-45C5-4F55-92F8-585577C3F8E7}"/>
    <dgm:cxn modelId="{4D36B968-1316-4A8D-B5AC-B0662222C378}" srcId="{4DCA4806-3152-49B3-94AD-3ACE18A64E1E}" destId="{A0A9C463-CF78-458E-9343-A786058A8961}" srcOrd="7" destOrd="0" parTransId="{EA6E5F1B-2A60-4D3E-8F2E-B3323979C5AC}" sibTransId="{BC055AB2-56F0-4D9A-ACBA-47D5ACB56A8D}"/>
    <dgm:cxn modelId="{AB754372-B510-0342-9C21-53C9A533D659}" type="presOf" srcId="{0A2B7775-7D61-4896-BD61-B94B98C80C90}" destId="{7A00DF82-2717-4B4A-8DFB-446CDA298AF5}" srcOrd="0" destOrd="0" presId="urn:microsoft.com/office/officeart/2005/8/layout/hList1"/>
    <dgm:cxn modelId="{C5A94157-4348-964F-8D32-FA29BE2F6628}" type="presOf" srcId="{FCB690E8-66F7-4A4F-A24D-EF83E764E30F}" destId="{B20C4A1E-679D-8B4E-A96B-D3BFCA545C10}" srcOrd="0" destOrd="0" presId="urn:microsoft.com/office/officeart/2005/8/layout/hList1"/>
    <dgm:cxn modelId="{A881CD80-04D5-7D4E-9C0F-AA0384B4F5D1}" type="presOf" srcId="{189508C9-CC7E-4707-BBC1-2DCA6EEA2773}" destId="{283AA207-5F4C-A146-AA6A-3E919933597E}" srcOrd="0" destOrd="0" presId="urn:microsoft.com/office/officeart/2005/8/layout/hList1"/>
    <dgm:cxn modelId="{990E478B-AEA8-4998-A1CA-D1103A4A5D53}" srcId="{4DCA4806-3152-49B3-94AD-3ACE18A64E1E}" destId="{FCB690E8-66F7-4A4F-A24D-EF83E764E30F}" srcOrd="0" destOrd="0" parTransId="{10D1D782-65F2-45B1-B22E-0A8376EE369D}" sibTransId="{A4A900CD-A2A1-4C6B-800B-C2BC2FA083F4}"/>
    <dgm:cxn modelId="{42D4FA95-6C4E-5B4E-B39D-D8A01A069255}" type="presOf" srcId="{A01423CE-627E-419C-94C5-3C4C70EB5A9B}" destId="{4ED0285B-A507-0C49-A037-711FCD436B34}" srcOrd="0" destOrd="0" presId="urn:microsoft.com/office/officeart/2005/8/layout/hList1"/>
    <dgm:cxn modelId="{43AFEA9F-6450-47DB-9492-ED19532A0657}" srcId="{2210CB1A-801C-43A2-A2B5-691A207D03B9}" destId="{74553660-858F-434D-BCC2-4D0E3708A629}" srcOrd="0" destOrd="0" parTransId="{8AA860EF-6F3C-48BC-B1C1-90F30EC379CE}" sibTransId="{B784D40F-6B51-4A69-9CF1-5606BCBFA288}"/>
    <dgm:cxn modelId="{B1E1F7A7-638B-4B4C-A8CD-F1775A4F7981}" srcId="{A0A9C463-CF78-458E-9343-A786058A8961}" destId="{AE08B1D3-6446-4B32-9B17-0A452BC64899}" srcOrd="0" destOrd="0" parTransId="{13076BB1-0EE0-4847-9733-D32255673F6C}" sibTransId="{C73E3CC5-C7F9-435C-96B9-83DFE20D2D31}"/>
    <dgm:cxn modelId="{6DEE29B1-FA79-0E4F-9E65-7AE0BA13B34B}" type="presOf" srcId="{74553660-858F-434D-BCC2-4D0E3708A629}" destId="{B8CF8B48-6C10-7645-9AFF-C71FC9F9373B}" srcOrd="0" destOrd="0" presId="urn:microsoft.com/office/officeart/2005/8/layout/hList1"/>
    <dgm:cxn modelId="{AB5DF5B2-EC37-4F4C-A699-B2A7CCFA4004}" type="presOf" srcId="{8918C972-7367-4D7D-92AB-B759D48493E8}" destId="{C6935F35-207D-AC4C-95C7-35BA4AF73247}" srcOrd="0" destOrd="0" presId="urn:microsoft.com/office/officeart/2005/8/layout/hList1"/>
    <dgm:cxn modelId="{9134D9BA-B021-854C-A0DF-873D35FC8D27}" type="presOf" srcId="{1279360E-A448-4FFF-921F-C4DCA4C068AA}" destId="{A2A06A51-E28C-B64F-969A-AE16973D3F4A}" srcOrd="0" destOrd="0" presId="urn:microsoft.com/office/officeart/2005/8/layout/hList1"/>
    <dgm:cxn modelId="{94AA52BC-C8DD-4D6A-9E8F-58AFD6A337F7}" srcId="{4DCA4806-3152-49B3-94AD-3ACE18A64E1E}" destId="{7E7B414D-A714-4A52-8146-7492D191A81D}" srcOrd="5" destOrd="0" parTransId="{EAB6DD0B-81FC-4812-8895-FA1BA63FC072}" sibTransId="{1890D13F-81D0-4120-AF94-8442EA93B87D}"/>
    <dgm:cxn modelId="{C1F45BD3-39EC-7E4E-BCAC-A38602EABAA1}" type="presOf" srcId="{BACC7E6C-021B-49DC-B139-18D01C420190}" destId="{8B7C2543-3202-FC43-AB46-ECED4FFA6B55}" srcOrd="0" destOrd="0" presId="urn:microsoft.com/office/officeart/2005/8/layout/hList1"/>
    <dgm:cxn modelId="{8F902DD5-B08C-4A58-A042-E7320783F588}" srcId="{7E7B414D-A714-4A52-8146-7492D191A81D}" destId="{EA4D9C92-5E0C-41E7-A7DD-DFE0C46D491C}" srcOrd="0" destOrd="0" parTransId="{B0F958BF-3684-425C-BED3-2BE05682FE76}" sibTransId="{5F02C783-401F-4C1C-A28A-9EA491EE76B4}"/>
    <dgm:cxn modelId="{3B0F4FD8-7985-CF4E-AB3D-8D7CAD0B6C3D}" type="presOf" srcId="{39188F23-5A6E-4F47-97B8-F1B7D22F3346}" destId="{FFA8ACE3-37C1-7441-8D69-9C6448E65BAF}" srcOrd="0" destOrd="0" presId="urn:microsoft.com/office/officeart/2005/8/layout/hList1"/>
    <dgm:cxn modelId="{4F1BD2DA-B73A-4281-986E-C6A7B328CC9F}" srcId="{1279360E-A448-4FFF-921F-C4DCA4C068AA}" destId="{0A2B7775-7D61-4896-BD61-B94B98C80C90}" srcOrd="0" destOrd="0" parTransId="{0B0F91E9-B8F4-49D8-94F7-05A1A37066B0}" sibTransId="{76F39CB3-C076-43FE-927B-99C8F536B0A2}"/>
    <dgm:cxn modelId="{9F1B80E5-3F92-4BB1-8B45-0F6A2AE1E770}" srcId="{BACC7E6C-021B-49DC-B139-18D01C420190}" destId="{BC6DEC3D-5E68-4C14-83DA-C4439F1BACBD}" srcOrd="0" destOrd="0" parTransId="{BC49B15B-C764-4F61-B375-44F006326B69}" sibTransId="{66C1114A-5412-4384-A80E-D1205D92228C}"/>
    <dgm:cxn modelId="{3C2F8FE8-D0D4-4FE0-A134-E324F7F4EB32}" srcId="{4DCA4806-3152-49B3-94AD-3ACE18A64E1E}" destId="{95634960-7AD9-4FEB-A73D-D2873C3C7233}" srcOrd="3" destOrd="0" parTransId="{55473FBD-3F3E-49DB-9096-004A401738EA}" sibTransId="{DE69D380-B901-4108-9832-DF029FB2A5DE}"/>
    <dgm:cxn modelId="{49E31BEF-5CA8-7947-B2CE-6E6947AA0D16}" type="presOf" srcId="{7E7B414D-A714-4A52-8146-7492D191A81D}" destId="{B43AA07E-5A13-354D-94FE-31D37F304229}" srcOrd="0" destOrd="0" presId="urn:microsoft.com/office/officeart/2005/8/layout/hList1"/>
    <dgm:cxn modelId="{6B1D43F1-9115-43B1-86F9-8199D8A64D13}" srcId="{FCB690E8-66F7-4A4F-A24D-EF83E764E30F}" destId="{8918C972-7367-4D7D-92AB-B759D48493E8}" srcOrd="0" destOrd="0" parTransId="{C202E2BC-3B97-4ADA-BC2A-0FE01755F968}" sibTransId="{32F7DFF4-6E70-4154-906E-5AC16B1FEE43}"/>
    <dgm:cxn modelId="{D1D4BCF3-021C-4684-A076-6FD1B0E76454}" srcId="{4DCA4806-3152-49B3-94AD-3ACE18A64E1E}" destId="{A01423CE-627E-419C-94C5-3C4C70EB5A9B}" srcOrd="6" destOrd="0" parTransId="{7C7B2DB7-9528-463E-A8C8-40C64CB55C80}" sibTransId="{A76769CD-4275-4B40-A17A-68C3DD8B2A06}"/>
    <dgm:cxn modelId="{C12713F8-C613-4F25-901F-479CABACEF29}" srcId="{4DCA4806-3152-49B3-94AD-3ACE18A64E1E}" destId="{2210CB1A-801C-43A2-A2B5-691A207D03B9}" srcOrd="2" destOrd="0" parTransId="{826B8581-8817-4011-BFFC-5B3F941657F7}" sibTransId="{86A99023-D56F-4D18-A9EE-0B49F069016A}"/>
    <dgm:cxn modelId="{C83CCC5C-0C12-D84A-8F48-9C99D0BC9C84}" type="presParOf" srcId="{4C53CFE6-7FA0-394F-BB1A-C6B04699F242}" destId="{E3E7FF7B-7795-9A45-AA0E-E5F275FED032}" srcOrd="0" destOrd="0" presId="urn:microsoft.com/office/officeart/2005/8/layout/hList1"/>
    <dgm:cxn modelId="{E6A4AB23-8CF0-E64A-93F7-916374D67A41}" type="presParOf" srcId="{E3E7FF7B-7795-9A45-AA0E-E5F275FED032}" destId="{B20C4A1E-679D-8B4E-A96B-D3BFCA545C10}" srcOrd="0" destOrd="0" presId="urn:microsoft.com/office/officeart/2005/8/layout/hList1"/>
    <dgm:cxn modelId="{F5790954-699A-1549-AD21-0E4F23304843}" type="presParOf" srcId="{E3E7FF7B-7795-9A45-AA0E-E5F275FED032}" destId="{C6935F35-207D-AC4C-95C7-35BA4AF73247}" srcOrd="1" destOrd="0" presId="urn:microsoft.com/office/officeart/2005/8/layout/hList1"/>
    <dgm:cxn modelId="{7AC8D53F-C249-814D-9EF6-BE091EE5CC86}" type="presParOf" srcId="{4C53CFE6-7FA0-394F-BB1A-C6B04699F242}" destId="{17547B00-D2C8-6945-8E22-D5B828B0419D}" srcOrd="1" destOrd="0" presId="urn:microsoft.com/office/officeart/2005/8/layout/hList1"/>
    <dgm:cxn modelId="{954F3FA7-8901-3048-B36D-B77FF68CC707}" type="presParOf" srcId="{4C53CFE6-7FA0-394F-BB1A-C6B04699F242}" destId="{B2743E97-CF96-7746-94C1-7CDDE0E73CC4}" srcOrd="2" destOrd="0" presId="urn:microsoft.com/office/officeart/2005/8/layout/hList1"/>
    <dgm:cxn modelId="{2B44983F-8445-7E45-BB2E-B4736911BE5E}" type="presParOf" srcId="{B2743E97-CF96-7746-94C1-7CDDE0E73CC4}" destId="{8B7C2543-3202-FC43-AB46-ECED4FFA6B55}" srcOrd="0" destOrd="0" presId="urn:microsoft.com/office/officeart/2005/8/layout/hList1"/>
    <dgm:cxn modelId="{D96EF980-0570-AE49-8569-E85C973B0AFA}" type="presParOf" srcId="{B2743E97-CF96-7746-94C1-7CDDE0E73CC4}" destId="{3604ACED-3021-F647-A29A-9BB6B51544F1}" srcOrd="1" destOrd="0" presId="urn:microsoft.com/office/officeart/2005/8/layout/hList1"/>
    <dgm:cxn modelId="{BEB49152-E729-BE4B-B9AF-25A9C6A6312E}" type="presParOf" srcId="{4C53CFE6-7FA0-394F-BB1A-C6B04699F242}" destId="{53304A3A-2B7D-9148-99B5-EF6E43E78C8D}" srcOrd="3" destOrd="0" presId="urn:microsoft.com/office/officeart/2005/8/layout/hList1"/>
    <dgm:cxn modelId="{CA4DF4AB-77A6-AC4D-BCDA-62B680DFCF49}" type="presParOf" srcId="{4C53CFE6-7FA0-394F-BB1A-C6B04699F242}" destId="{B9D723CB-7B13-954F-8E73-8F6E6869B8FD}" srcOrd="4" destOrd="0" presId="urn:microsoft.com/office/officeart/2005/8/layout/hList1"/>
    <dgm:cxn modelId="{3E8557A7-8AF3-784E-92E5-33CB6C71EB73}" type="presParOf" srcId="{B9D723CB-7B13-954F-8E73-8F6E6869B8FD}" destId="{92E7DBF4-A967-CF4C-873A-44EDE27E499A}" srcOrd="0" destOrd="0" presId="urn:microsoft.com/office/officeart/2005/8/layout/hList1"/>
    <dgm:cxn modelId="{8619EDB7-5301-5243-AD85-AE0A08663CF5}" type="presParOf" srcId="{B9D723CB-7B13-954F-8E73-8F6E6869B8FD}" destId="{B8CF8B48-6C10-7645-9AFF-C71FC9F9373B}" srcOrd="1" destOrd="0" presId="urn:microsoft.com/office/officeart/2005/8/layout/hList1"/>
    <dgm:cxn modelId="{8D0F92B0-835C-0E4B-9D01-F67CF1DE07DE}" type="presParOf" srcId="{4C53CFE6-7FA0-394F-BB1A-C6B04699F242}" destId="{0EBD7131-4049-104C-B3E6-A6F1263B118C}" srcOrd="5" destOrd="0" presId="urn:microsoft.com/office/officeart/2005/8/layout/hList1"/>
    <dgm:cxn modelId="{A3EFD7A3-8866-6842-AE50-EC086070CF56}" type="presParOf" srcId="{4C53CFE6-7FA0-394F-BB1A-C6B04699F242}" destId="{FB0BB11B-6272-1F44-A1E3-B26AAB8535EE}" srcOrd="6" destOrd="0" presId="urn:microsoft.com/office/officeart/2005/8/layout/hList1"/>
    <dgm:cxn modelId="{A33A2C24-1881-634A-8E4F-E02CF3F1F448}" type="presParOf" srcId="{FB0BB11B-6272-1F44-A1E3-B26AAB8535EE}" destId="{E8F0CBC6-FCFF-6A46-9B9E-C53EFBBA29E6}" srcOrd="0" destOrd="0" presId="urn:microsoft.com/office/officeart/2005/8/layout/hList1"/>
    <dgm:cxn modelId="{7E22042A-BEFF-4341-B0A5-CF32B93252A8}" type="presParOf" srcId="{FB0BB11B-6272-1F44-A1E3-B26AAB8535EE}" destId="{FFA8ACE3-37C1-7441-8D69-9C6448E65BAF}" srcOrd="1" destOrd="0" presId="urn:microsoft.com/office/officeart/2005/8/layout/hList1"/>
    <dgm:cxn modelId="{E1178A1E-3D1C-5449-9AAB-651139594668}" type="presParOf" srcId="{4C53CFE6-7FA0-394F-BB1A-C6B04699F242}" destId="{E6174114-8A9E-2442-AB1D-D16D96CEFF51}" srcOrd="7" destOrd="0" presId="urn:microsoft.com/office/officeart/2005/8/layout/hList1"/>
    <dgm:cxn modelId="{52CD6C73-FD97-3443-8250-A6446AF09957}" type="presParOf" srcId="{4C53CFE6-7FA0-394F-BB1A-C6B04699F242}" destId="{4F13E75C-C78C-824D-B878-5DA6DBB53A55}" srcOrd="8" destOrd="0" presId="urn:microsoft.com/office/officeart/2005/8/layout/hList1"/>
    <dgm:cxn modelId="{4BE08B01-A448-2049-BE2A-F4A94E9311D5}" type="presParOf" srcId="{4F13E75C-C78C-824D-B878-5DA6DBB53A55}" destId="{A2A06A51-E28C-B64F-969A-AE16973D3F4A}" srcOrd="0" destOrd="0" presId="urn:microsoft.com/office/officeart/2005/8/layout/hList1"/>
    <dgm:cxn modelId="{3CEA0221-3BC9-3A47-AEDB-786DE2E61451}" type="presParOf" srcId="{4F13E75C-C78C-824D-B878-5DA6DBB53A55}" destId="{7A00DF82-2717-4B4A-8DFB-446CDA298AF5}" srcOrd="1" destOrd="0" presId="urn:microsoft.com/office/officeart/2005/8/layout/hList1"/>
    <dgm:cxn modelId="{491FAAD4-6A07-D248-BA58-8DB98396B85D}" type="presParOf" srcId="{4C53CFE6-7FA0-394F-BB1A-C6B04699F242}" destId="{037E5323-AE2E-9646-9FA0-6FAE03DE1462}" srcOrd="9" destOrd="0" presId="urn:microsoft.com/office/officeart/2005/8/layout/hList1"/>
    <dgm:cxn modelId="{AB7B7C9E-7922-954A-A6F9-EA05439E6F6B}" type="presParOf" srcId="{4C53CFE6-7FA0-394F-BB1A-C6B04699F242}" destId="{C6214F8C-C235-6442-8F6E-B4DA45C7EA81}" srcOrd="10" destOrd="0" presId="urn:microsoft.com/office/officeart/2005/8/layout/hList1"/>
    <dgm:cxn modelId="{6D85CBC9-4182-3F44-B729-B0DF1803E396}" type="presParOf" srcId="{C6214F8C-C235-6442-8F6E-B4DA45C7EA81}" destId="{B43AA07E-5A13-354D-94FE-31D37F304229}" srcOrd="0" destOrd="0" presId="urn:microsoft.com/office/officeart/2005/8/layout/hList1"/>
    <dgm:cxn modelId="{38783ACE-C50E-0048-99CD-6285D460A5B8}" type="presParOf" srcId="{C6214F8C-C235-6442-8F6E-B4DA45C7EA81}" destId="{C8DB81C3-2F84-154D-9F5E-2C03629449A0}" srcOrd="1" destOrd="0" presId="urn:microsoft.com/office/officeart/2005/8/layout/hList1"/>
    <dgm:cxn modelId="{676FDC20-8418-C045-8C4A-F67F7C28F793}" type="presParOf" srcId="{4C53CFE6-7FA0-394F-BB1A-C6B04699F242}" destId="{BF4373DB-36AF-9C4D-A411-5874D36D1018}" srcOrd="11" destOrd="0" presId="urn:microsoft.com/office/officeart/2005/8/layout/hList1"/>
    <dgm:cxn modelId="{D1BDE2D3-322A-5447-B20F-59E2F4CE5F81}" type="presParOf" srcId="{4C53CFE6-7FA0-394F-BB1A-C6B04699F242}" destId="{6815A641-D2F4-8640-9ED4-4D2D7AAD08A8}" srcOrd="12" destOrd="0" presId="urn:microsoft.com/office/officeart/2005/8/layout/hList1"/>
    <dgm:cxn modelId="{15A0479C-29C1-C74C-A3B4-012DEA30956E}" type="presParOf" srcId="{6815A641-D2F4-8640-9ED4-4D2D7AAD08A8}" destId="{4ED0285B-A507-0C49-A037-711FCD436B34}" srcOrd="0" destOrd="0" presId="urn:microsoft.com/office/officeart/2005/8/layout/hList1"/>
    <dgm:cxn modelId="{E3D30E3D-9BF3-FB43-8023-2345885CB700}" type="presParOf" srcId="{6815A641-D2F4-8640-9ED4-4D2D7AAD08A8}" destId="{283AA207-5F4C-A146-AA6A-3E919933597E}" srcOrd="1" destOrd="0" presId="urn:microsoft.com/office/officeart/2005/8/layout/hList1"/>
    <dgm:cxn modelId="{64999C3A-C591-EC43-8D25-84F67F01A83F}" type="presParOf" srcId="{4C53CFE6-7FA0-394F-BB1A-C6B04699F242}" destId="{07663DE5-5B90-1148-9133-7424E4DE4B54}" srcOrd="13" destOrd="0" presId="urn:microsoft.com/office/officeart/2005/8/layout/hList1"/>
    <dgm:cxn modelId="{7802CD44-D5C6-054B-BA08-1EDCBF90881E}" type="presParOf" srcId="{4C53CFE6-7FA0-394F-BB1A-C6B04699F242}" destId="{B705E661-5785-E248-B815-1B942A26003B}" srcOrd="14" destOrd="0" presId="urn:microsoft.com/office/officeart/2005/8/layout/hList1"/>
    <dgm:cxn modelId="{B6D62052-B419-654B-AF25-DC7B43D30FED}" type="presParOf" srcId="{B705E661-5785-E248-B815-1B942A26003B}" destId="{BB380796-C72A-2248-840D-947B1E744E43}" srcOrd="0" destOrd="0" presId="urn:microsoft.com/office/officeart/2005/8/layout/hList1"/>
    <dgm:cxn modelId="{69E3F0E5-D4EA-114B-AE88-41F41655636C}" type="presParOf" srcId="{B705E661-5785-E248-B815-1B942A26003B}" destId="{82324E89-000F-F447-B14D-DCE157168FF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33673D-CC67-42AC-B4F0-8854719F013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C5DD053-3A8B-4392-81B8-C943911A9D39}">
      <dgm:prSet/>
      <dgm:spPr/>
      <dgm:t>
        <a:bodyPr/>
        <a:lstStyle/>
        <a:p>
          <a:pPr>
            <a:defRPr cap="all"/>
          </a:pPr>
          <a:r>
            <a:rPr lang="en-US" b="1"/>
            <a:t>Mobile Notifications </a:t>
          </a:r>
          <a:r>
            <a:rPr lang="en-US"/>
            <a:t>Push alerts to smartphone when visitor detected (MQTT/Firebase)</a:t>
          </a:r>
        </a:p>
      </dgm:t>
    </dgm:pt>
    <dgm:pt modelId="{9CEAF0A1-DE71-4BBE-8764-10D6C6B6311D}" type="parTrans" cxnId="{E6D90818-B46B-43AF-9251-2066BCC5A86B}">
      <dgm:prSet/>
      <dgm:spPr/>
      <dgm:t>
        <a:bodyPr/>
        <a:lstStyle/>
        <a:p>
          <a:endParaRPr lang="en-US"/>
        </a:p>
      </dgm:t>
    </dgm:pt>
    <dgm:pt modelId="{25C20783-FEDC-467D-8F87-07EA158609A4}" type="sibTrans" cxnId="{E6D90818-B46B-43AF-9251-2066BCC5A86B}">
      <dgm:prSet/>
      <dgm:spPr/>
      <dgm:t>
        <a:bodyPr/>
        <a:lstStyle/>
        <a:p>
          <a:endParaRPr lang="en-US"/>
        </a:p>
      </dgm:t>
    </dgm:pt>
    <dgm:pt modelId="{162534DA-6CF7-478C-8158-85DA094414BB}">
      <dgm:prSet/>
      <dgm:spPr/>
      <dgm:t>
        <a:bodyPr/>
        <a:lstStyle/>
        <a:p>
          <a:pPr>
            <a:defRPr cap="all"/>
          </a:pPr>
          <a:r>
            <a:rPr lang="en-US" b="1"/>
            <a:t>Voice Announcements </a:t>
          </a:r>
          <a:r>
            <a:rPr lang="en-US"/>
            <a:t>Text-to-speech to announce visitor names via speaker</a:t>
          </a:r>
        </a:p>
      </dgm:t>
    </dgm:pt>
    <dgm:pt modelId="{05461FD1-20C4-4473-9366-32D4FBA2C201}" type="parTrans" cxnId="{221F9A8E-4EE8-4B10-8C3B-A828A1BD512E}">
      <dgm:prSet/>
      <dgm:spPr/>
      <dgm:t>
        <a:bodyPr/>
        <a:lstStyle/>
        <a:p>
          <a:endParaRPr lang="en-US"/>
        </a:p>
      </dgm:t>
    </dgm:pt>
    <dgm:pt modelId="{CD573DD0-7849-41FB-A814-F0A69310A911}" type="sibTrans" cxnId="{221F9A8E-4EE8-4B10-8C3B-A828A1BD512E}">
      <dgm:prSet/>
      <dgm:spPr/>
      <dgm:t>
        <a:bodyPr/>
        <a:lstStyle/>
        <a:p>
          <a:endParaRPr lang="en-US"/>
        </a:p>
      </dgm:t>
    </dgm:pt>
    <dgm:pt modelId="{721CD9E9-EFC7-410F-A7C8-79B8E4FF1C22}">
      <dgm:prSet/>
      <dgm:spPr/>
      <dgm:t>
        <a:bodyPr/>
        <a:lstStyle/>
        <a:p>
          <a:pPr>
            <a:defRPr cap="all"/>
          </a:pPr>
          <a:r>
            <a:rPr lang="en-US" b="1" dirty="0"/>
            <a:t>Delivery Person Detection </a:t>
          </a:r>
          <a:r>
            <a:rPr lang="en-US" dirty="0"/>
            <a:t>Train classifier to identify pizza/package delivery uniforms</a:t>
          </a:r>
        </a:p>
      </dgm:t>
    </dgm:pt>
    <dgm:pt modelId="{817C82B8-E2E2-4E38-9B9E-AF5350FEAA43}" type="parTrans" cxnId="{4A7E5798-DE07-4174-8069-9717B1D3623B}">
      <dgm:prSet/>
      <dgm:spPr/>
      <dgm:t>
        <a:bodyPr/>
        <a:lstStyle/>
        <a:p>
          <a:endParaRPr lang="en-US"/>
        </a:p>
      </dgm:t>
    </dgm:pt>
    <dgm:pt modelId="{019DA8A8-1950-4FBB-B0CF-4F1FBB4A6B5C}" type="sibTrans" cxnId="{4A7E5798-DE07-4174-8069-9717B1D3623B}">
      <dgm:prSet/>
      <dgm:spPr/>
      <dgm:t>
        <a:bodyPr/>
        <a:lstStyle/>
        <a:p>
          <a:endParaRPr lang="en-US"/>
        </a:p>
      </dgm:t>
    </dgm:pt>
    <dgm:pt modelId="{B75CEEA6-23A1-46A5-A0E0-C506BFDC7A9C}">
      <dgm:prSet/>
      <dgm:spPr/>
      <dgm:t>
        <a:bodyPr/>
        <a:lstStyle/>
        <a:p>
          <a:pPr>
            <a:defRPr cap="all"/>
          </a:pPr>
          <a:r>
            <a:rPr lang="en-US" b="1"/>
            <a:t>Event Logging &amp; Database </a:t>
          </a:r>
          <a:r>
            <a:rPr lang="en-US"/>
            <a:t>Store timestamps, images, and visitor history in SQLite</a:t>
          </a:r>
        </a:p>
      </dgm:t>
    </dgm:pt>
    <dgm:pt modelId="{736FEDFB-211B-4053-9B35-297047A8E8EE}" type="parTrans" cxnId="{132E6921-8B42-4D59-8481-C760DB2A6AA9}">
      <dgm:prSet/>
      <dgm:spPr/>
      <dgm:t>
        <a:bodyPr/>
        <a:lstStyle/>
        <a:p>
          <a:endParaRPr lang="en-US"/>
        </a:p>
      </dgm:t>
    </dgm:pt>
    <dgm:pt modelId="{CFF0BB3E-957F-44A0-B58C-AA4399F8B832}" type="sibTrans" cxnId="{132E6921-8B42-4D59-8481-C760DB2A6AA9}">
      <dgm:prSet/>
      <dgm:spPr/>
      <dgm:t>
        <a:bodyPr/>
        <a:lstStyle/>
        <a:p>
          <a:endParaRPr lang="en-US"/>
        </a:p>
      </dgm:t>
    </dgm:pt>
    <dgm:pt modelId="{47846650-4261-4921-9804-4E0EC1202A03}">
      <dgm:prSet/>
      <dgm:spPr/>
      <dgm:t>
        <a:bodyPr/>
        <a:lstStyle/>
        <a:p>
          <a:pPr>
            <a:defRPr cap="all"/>
          </a:pPr>
          <a:r>
            <a:rPr lang="en-US" b="1"/>
            <a:t>Night Vision Support </a:t>
          </a:r>
          <a:r>
            <a:rPr lang="en-US"/>
            <a:t>Add IR camera module for low-light/nighttime operation</a:t>
          </a:r>
        </a:p>
      </dgm:t>
    </dgm:pt>
    <dgm:pt modelId="{9737AB32-BCF7-4F72-B799-4DB2F41922D9}" type="parTrans" cxnId="{5CE8425C-93A3-4E0A-9BEA-1320C6C704F4}">
      <dgm:prSet/>
      <dgm:spPr/>
      <dgm:t>
        <a:bodyPr/>
        <a:lstStyle/>
        <a:p>
          <a:endParaRPr lang="en-US"/>
        </a:p>
      </dgm:t>
    </dgm:pt>
    <dgm:pt modelId="{475EBE22-2246-49A9-845D-C97E04A6BEC2}" type="sibTrans" cxnId="{5CE8425C-93A3-4E0A-9BEA-1320C6C704F4}">
      <dgm:prSet/>
      <dgm:spPr/>
      <dgm:t>
        <a:bodyPr/>
        <a:lstStyle/>
        <a:p>
          <a:endParaRPr lang="en-US"/>
        </a:p>
      </dgm:t>
    </dgm:pt>
    <dgm:pt modelId="{F1345626-D806-4A32-8FA7-F81FD2908BD6}">
      <dgm:prSet/>
      <dgm:spPr/>
      <dgm:t>
        <a:bodyPr/>
        <a:lstStyle/>
        <a:p>
          <a:pPr>
            <a:defRPr cap="all"/>
          </a:pPr>
          <a:r>
            <a:rPr lang="en-US" b="1"/>
            <a:t>Two-Way Audio </a:t>
          </a:r>
          <a:r>
            <a:rPr lang="en-US"/>
            <a:t>Enable communication between homeowner and visitor</a:t>
          </a:r>
        </a:p>
      </dgm:t>
    </dgm:pt>
    <dgm:pt modelId="{110E9FC7-ACE7-4B83-9FDB-1E5B7C3730D3}" type="parTrans" cxnId="{9D4D3368-03AC-44A9-B054-99138FD557F8}">
      <dgm:prSet/>
      <dgm:spPr/>
      <dgm:t>
        <a:bodyPr/>
        <a:lstStyle/>
        <a:p>
          <a:endParaRPr lang="en-US"/>
        </a:p>
      </dgm:t>
    </dgm:pt>
    <dgm:pt modelId="{0A7C6650-0E5E-46EE-8386-946D4CF7622B}" type="sibTrans" cxnId="{9D4D3368-03AC-44A9-B054-99138FD557F8}">
      <dgm:prSet/>
      <dgm:spPr/>
      <dgm:t>
        <a:bodyPr/>
        <a:lstStyle/>
        <a:p>
          <a:endParaRPr lang="en-US"/>
        </a:p>
      </dgm:t>
    </dgm:pt>
    <dgm:pt modelId="{B7A11ED6-3635-400F-A2AD-869FDA5F5FC8}">
      <dgm:prSet/>
      <dgm:spPr/>
      <dgm:t>
        <a:bodyPr/>
        <a:lstStyle/>
        <a:p>
          <a:pPr>
            <a:defRPr cap="all"/>
          </a:pPr>
          <a:r>
            <a:rPr lang="en-US" b="1"/>
            <a:t>Web Dashboard </a:t>
          </a:r>
          <a:r>
            <a:rPr lang="en-US"/>
            <a:t>Remote monitoring interface with live feed and visitor logs</a:t>
          </a:r>
        </a:p>
      </dgm:t>
    </dgm:pt>
    <dgm:pt modelId="{E8D51928-5EC3-49A4-A627-CD1D38E854E2}" type="parTrans" cxnId="{1F2C3E0E-C889-40AF-AE46-E5A7ECD69D4D}">
      <dgm:prSet/>
      <dgm:spPr/>
      <dgm:t>
        <a:bodyPr/>
        <a:lstStyle/>
        <a:p>
          <a:endParaRPr lang="en-US"/>
        </a:p>
      </dgm:t>
    </dgm:pt>
    <dgm:pt modelId="{2A9E4456-AF15-4B49-9543-1162E6F7D402}" type="sibTrans" cxnId="{1F2C3E0E-C889-40AF-AE46-E5A7ECD69D4D}">
      <dgm:prSet/>
      <dgm:spPr/>
      <dgm:t>
        <a:bodyPr/>
        <a:lstStyle/>
        <a:p>
          <a:endParaRPr lang="en-US"/>
        </a:p>
      </dgm:t>
    </dgm:pt>
    <dgm:pt modelId="{56162288-0AC4-4D85-97CD-0522C63EFA19}">
      <dgm:prSet/>
      <dgm:spPr/>
      <dgm:t>
        <a:bodyPr/>
        <a:lstStyle/>
        <a:p>
          <a:pPr>
            <a:defRPr cap="all"/>
          </a:pPr>
          <a:r>
            <a:rPr lang="en-US" b="1"/>
            <a:t>Smart Home Integration </a:t>
          </a:r>
          <a:r>
            <a:rPr lang="en-US"/>
            <a:t>Connect with Home Assistant, Google Home, or Alexa</a:t>
          </a:r>
        </a:p>
      </dgm:t>
    </dgm:pt>
    <dgm:pt modelId="{14F53A76-9EA3-420F-BE5F-BE6E9EC6CBAE}" type="parTrans" cxnId="{C87DBE29-D101-4CD5-AC8D-2AFAF260E034}">
      <dgm:prSet/>
      <dgm:spPr/>
      <dgm:t>
        <a:bodyPr/>
        <a:lstStyle/>
        <a:p>
          <a:endParaRPr lang="en-US"/>
        </a:p>
      </dgm:t>
    </dgm:pt>
    <dgm:pt modelId="{2EE770CF-8A8F-4E71-B398-60899CB9438F}" type="sibTrans" cxnId="{C87DBE29-D101-4CD5-AC8D-2AFAF260E034}">
      <dgm:prSet/>
      <dgm:spPr/>
      <dgm:t>
        <a:bodyPr/>
        <a:lstStyle/>
        <a:p>
          <a:endParaRPr lang="en-US"/>
        </a:p>
      </dgm:t>
    </dgm:pt>
    <dgm:pt modelId="{55F0AA3B-213B-431B-884B-0BAF7DAB1862}" type="pres">
      <dgm:prSet presAssocID="{C733673D-CC67-42AC-B4F0-8854719F013C}" presName="root" presStyleCnt="0">
        <dgm:presLayoutVars>
          <dgm:dir/>
          <dgm:resizeHandles val="exact"/>
        </dgm:presLayoutVars>
      </dgm:prSet>
      <dgm:spPr/>
    </dgm:pt>
    <dgm:pt modelId="{7CD0C495-AC87-4222-B3A1-E6A9F49CF3D8}" type="pres">
      <dgm:prSet presAssocID="{2C5DD053-3A8B-4392-81B8-C943911A9D39}" presName="compNode" presStyleCnt="0"/>
      <dgm:spPr/>
    </dgm:pt>
    <dgm:pt modelId="{E7E08CD9-E1C7-481C-8296-C809AC8D2E44}" type="pres">
      <dgm:prSet presAssocID="{2C5DD053-3A8B-4392-81B8-C943911A9D39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0FF49D6-BB0D-47E2-B4D6-FF9D726D10AA}" type="pres">
      <dgm:prSet presAssocID="{2C5DD053-3A8B-4392-81B8-C943911A9D3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6892C67-3776-4F15-80E9-813B43E08046}" type="pres">
      <dgm:prSet presAssocID="{2C5DD053-3A8B-4392-81B8-C943911A9D39}" presName="spaceRect" presStyleCnt="0"/>
      <dgm:spPr/>
    </dgm:pt>
    <dgm:pt modelId="{6E60690E-FA63-4ACC-86D9-AB7FD35E4106}" type="pres">
      <dgm:prSet presAssocID="{2C5DD053-3A8B-4392-81B8-C943911A9D39}" presName="textRect" presStyleLbl="revTx" presStyleIdx="0" presStyleCnt="8">
        <dgm:presLayoutVars>
          <dgm:chMax val="1"/>
          <dgm:chPref val="1"/>
        </dgm:presLayoutVars>
      </dgm:prSet>
      <dgm:spPr/>
    </dgm:pt>
    <dgm:pt modelId="{B3DA4825-C77F-40AD-A8AC-BF58FD81240B}" type="pres">
      <dgm:prSet presAssocID="{25C20783-FEDC-467D-8F87-07EA158609A4}" presName="sibTrans" presStyleCnt="0"/>
      <dgm:spPr/>
    </dgm:pt>
    <dgm:pt modelId="{92BDDF37-4B1A-4EB5-A9F1-A6F078A0467A}" type="pres">
      <dgm:prSet presAssocID="{162534DA-6CF7-478C-8158-85DA094414BB}" presName="compNode" presStyleCnt="0"/>
      <dgm:spPr/>
    </dgm:pt>
    <dgm:pt modelId="{D9CBA133-8C6C-446A-B6A3-EE8FD77DB458}" type="pres">
      <dgm:prSet presAssocID="{162534DA-6CF7-478C-8158-85DA094414BB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019ACA9B-0629-48DC-9982-D37116766777}" type="pres">
      <dgm:prSet presAssocID="{162534DA-6CF7-478C-8158-85DA094414B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04C484AB-7A57-4B49-B744-0B0321C06455}" type="pres">
      <dgm:prSet presAssocID="{162534DA-6CF7-478C-8158-85DA094414BB}" presName="spaceRect" presStyleCnt="0"/>
      <dgm:spPr/>
    </dgm:pt>
    <dgm:pt modelId="{4ABD5B25-C32B-4AC7-8523-AD6FA8233387}" type="pres">
      <dgm:prSet presAssocID="{162534DA-6CF7-478C-8158-85DA094414BB}" presName="textRect" presStyleLbl="revTx" presStyleIdx="1" presStyleCnt="8">
        <dgm:presLayoutVars>
          <dgm:chMax val="1"/>
          <dgm:chPref val="1"/>
        </dgm:presLayoutVars>
      </dgm:prSet>
      <dgm:spPr/>
    </dgm:pt>
    <dgm:pt modelId="{A19DCD12-3618-47AE-BC83-06F0E98EA9B0}" type="pres">
      <dgm:prSet presAssocID="{CD573DD0-7849-41FB-A814-F0A69310A911}" presName="sibTrans" presStyleCnt="0"/>
      <dgm:spPr/>
    </dgm:pt>
    <dgm:pt modelId="{B951C032-729C-4F1A-9240-77944B6A9BEA}" type="pres">
      <dgm:prSet presAssocID="{721CD9E9-EFC7-410F-A7C8-79B8E4FF1C22}" presName="compNode" presStyleCnt="0"/>
      <dgm:spPr/>
    </dgm:pt>
    <dgm:pt modelId="{2955ADB9-93C6-4C9B-ABFD-B27FAA7685BC}" type="pres">
      <dgm:prSet presAssocID="{721CD9E9-EFC7-410F-A7C8-79B8E4FF1C22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EC2934D-BB64-4CAF-A349-A9946477C27C}" type="pres">
      <dgm:prSet presAssocID="{721CD9E9-EFC7-410F-A7C8-79B8E4FF1C22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zza"/>
        </a:ext>
      </dgm:extLst>
    </dgm:pt>
    <dgm:pt modelId="{ECE8F456-8CA5-4201-982C-EB197D5DE668}" type="pres">
      <dgm:prSet presAssocID="{721CD9E9-EFC7-410F-A7C8-79B8E4FF1C22}" presName="spaceRect" presStyleCnt="0"/>
      <dgm:spPr/>
    </dgm:pt>
    <dgm:pt modelId="{10D94931-F309-4E35-BDEE-8C219109C460}" type="pres">
      <dgm:prSet presAssocID="{721CD9E9-EFC7-410F-A7C8-79B8E4FF1C22}" presName="textRect" presStyleLbl="revTx" presStyleIdx="2" presStyleCnt="8">
        <dgm:presLayoutVars>
          <dgm:chMax val="1"/>
          <dgm:chPref val="1"/>
        </dgm:presLayoutVars>
      </dgm:prSet>
      <dgm:spPr/>
    </dgm:pt>
    <dgm:pt modelId="{5A582F6E-64F5-4E0A-BA03-AC822BFAF655}" type="pres">
      <dgm:prSet presAssocID="{019DA8A8-1950-4FBB-B0CF-4F1FBB4A6B5C}" presName="sibTrans" presStyleCnt="0"/>
      <dgm:spPr/>
    </dgm:pt>
    <dgm:pt modelId="{4CD53222-B57E-402C-9E8A-01B3C284BF13}" type="pres">
      <dgm:prSet presAssocID="{B75CEEA6-23A1-46A5-A0E0-C506BFDC7A9C}" presName="compNode" presStyleCnt="0"/>
      <dgm:spPr/>
    </dgm:pt>
    <dgm:pt modelId="{09A88F7C-286A-435E-8AD4-FDD8EFDC91C8}" type="pres">
      <dgm:prSet presAssocID="{B75CEEA6-23A1-46A5-A0E0-C506BFDC7A9C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0AC814EB-A612-4205-91F1-83BBD7BFE32F}" type="pres">
      <dgm:prSet presAssocID="{B75CEEA6-23A1-46A5-A0E0-C506BFDC7A9C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9C8CEDA-AB6F-4285-87DE-6F25CCBDB1DE}" type="pres">
      <dgm:prSet presAssocID="{B75CEEA6-23A1-46A5-A0E0-C506BFDC7A9C}" presName="spaceRect" presStyleCnt="0"/>
      <dgm:spPr/>
    </dgm:pt>
    <dgm:pt modelId="{9BFCCFDB-4CB9-4882-964E-88A6F97C403C}" type="pres">
      <dgm:prSet presAssocID="{B75CEEA6-23A1-46A5-A0E0-C506BFDC7A9C}" presName="textRect" presStyleLbl="revTx" presStyleIdx="3" presStyleCnt="8">
        <dgm:presLayoutVars>
          <dgm:chMax val="1"/>
          <dgm:chPref val="1"/>
        </dgm:presLayoutVars>
      </dgm:prSet>
      <dgm:spPr/>
    </dgm:pt>
    <dgm:pt modelId="{E5D737A8-0AB3-410D-947B-B35BFDEC726B}" type="pres">
      <dgm:prSet presAssocID="{CFF0BB3E-957F-44A0-B58C-AA4399F8B832}" presName="sibTrans" presStyleCnt="0"/>
      <dgm:spPr/>
    </dgm:pt>
    <dgm:pt modelId="{49634D05-5B88-4011-80C4-E68BA388E4A2}" type="pres">
      <dgm:prSet presAssocID="{47846650-4261-4921-9804-4E0EC1202A03}" presName="compNode" presStyleCnt="0"/>
      <dgm:spPr/>
    </dgm:pt>
    <dgm:pt modelId="{25BCC576-597E-4298-B67D-17841AE1D60C}" type="pres">
      <dgm:prSet presAssocID="{47846650-4261-4921-9804-4E0EC1202A03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1647732-C8B3-4F79-A751-22C0B587917F}" type="pres">
      <dgm:prSet presAssocID="{47846650-4261-4921-9804-4E0EC1202A0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light"/>
        </a:ext>
      </dgm:extLst>
    </dgm:pt>
    <dgm:pt modelId="{9BAB56AC-75F0-4390-B1BA-DF5FC07E4394}" type="pres">
      <dgm:prSet presAssocID="{47846650-4261-4921-9804-4E0EC1202A03}" presName="spaceRect" presStyleCnt="0"/>
      <dgm:spPr/>
    </dgm:pt>
    <dgm:pt modelId="{FD1EBBDF-97B1-469E-8AA6-4A13C1EE391B}" type="pres">
      <dgm:prSet presAssocID="{47846650-4261-4921-9804-4E0EC1202A03}" presName="textRect" presStyleLbl="revTx" presStyleIdx="4" presStyleCnt="8">
        <dgm:presLayoutVars>
          <dgm:chMax val="1"/>
          <dgm:chPref val="1"/>
        </dgm:presLayoutVars>
      </dgm:prSet>
      <dgm:spPr/>
    </dgm:pt>
    <dgm:pt modelId="{60700F69-D6A8-4158-8B35-E3A77CC84DE5}" type="pres">
      <dgm:prSet presAssocID="{475EBE22-2246-49A9-845D-C97E04A6BEC2}" presName="sibTrans" presStyleCnt="0"/>
      <dgm:spPr/>
    </dgm:pt>
    <dgm:pt modelId="{157BE46D-E03A-44E8-9E22-3A698403A656}" type="pres">
      <dgm:prSet presAssocID="{F1345626-D806-4A32-8FA7-F81FD2908BD6}" presName="compNode" presStyleCnt="0"/>
      <dgm:spPr/>
    </dgm:pt>
    <dgm:pt modelId="{9B6E06A3-4E1E-4E43-B7F7-9E9279FFE4ED}" type="pres">
      <dgm:prSet presAssocID="{F1345626-D806-4A32-8FA7-F81FD2908BD6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A6AB25B-C348-4EFF-A642-E253ADE51457}" type="pres">
      <dgm:prSet presAssocID="{F1345626-D806-4A32-8FA7-F81FD2908BD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D304904-F878-474F-AF20-54106F28A719}" type="pres">
      <dgm:prSet presAssocID="{F1345626-D806-4A32-8FA7-F81FD2908BD6}" presName="spaceRect" presStyleCnt="0"/>
      <dgm:spPr/>
    </dgm:pt>
    <dgm:pt modelId="{18A4B0F8-1773-45DC-B4FC-48117E28FBF8}" type="pres">
      <dgm:prSet presAssocID="{F1345626-D806-4A32-8FA7-F81FD2908BD6}" presName="textRect" presStyleLbl="revTx" presStyleIdx="5" presStyleCnt="8">
        <dgm:presLayoutVars>
          <dgm:chMax val="1"/>
          <dgm:chPref val="1"/>
        </dgm:presLayoutVars>
      </dgm:prSet>
      <dgm:spPr/>
    </dgm:pt>
    <dgm:pt modelId="{EF706F62-F932-4434-B91A-FF8048C50291}" type="pres">
      <dgm:prSet presAssocID="{0A7C6650-0E5E-46EE-8386-946D4CF7622B}" presName="sibTrans" presStyleCnt="0"/>
      <dgm:spPr/>
    </dgm:pt>
    <dgm:pt modelId="{05E4711C-4664-4A76-8249-9EE2313FA71D}" type="pres">
      <dgm:prSet presAssocID="{B7A11ED6-3635-400F-A2AD-869FDA5F5FC8}" presName="compNode" presStyleCnt="0"/>
      <dgm:spPr/>
    </dgm:pt>
    <dgm:pt modelId="{36F3B523-2AA8-4339-996C-F4066AD91CA5}" type="pres">
      <dgm:prSet presAssocID="{B7A11ED6-3635-400F-A2AD-869FDA5F5FC8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BCD979A2-5843-4DC6-A336-A9B76C09FBD4}" type="pres">
      <dgm:prSet presAssocID="{B7A11ED6-3635-400F-A2AD-869FDA5F5FC8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9DACA90-98BB-4AB8-9F60-2ED5183125C4}" type="pres">
      <dgm:prSet presAssocID="{B7A11ED6-3635-400F-A2AD-869FDA5F5FC8}" presName="spaceRect" presStyleCnt="0"/>
      <dgm:spPr/>
    </dgm:pt>
    <dgm:pt modelId="{A3D41A07-CF40-411A-A155-977BE81F1C39}" type="pres">
      <dgm:prSet presAssocID="{B7A11ED6-3635-400F-A2AD-869FDA5F5FC8}" presName="textRect" presStyleLbl="revTx" presStyleIdx="6" presStyleCnt="8">
        <dgm:presLayoutVars>
          <dgm:chMax val="1"/>
          <dgm:chPref val="1"/>
        </dgm:presLayoutVars>
      </dgm:prSet>
      <dgm:spPr/>
    </dgm:pt>
    <dgm:pt modelId="{143C4036-B97A-4587-92E8-234E7D1A8001}" type="pres">
      <dgm:prSet presAssocID="{2A9E4456-AF15-4B49-9543-1162E6F7D402}" presName="sibTrans" presStyleCnt="0"/>
      <dgm:spPr/>
    </dgm:pt>
    <dgm:pt modelId="{FA8C6BEC-AF5E-490C-B936-C0CC0554559B}" type="pres">
      <dgm:prSet presAssocID="{56162288-0AC4-4D85-97CD-0522C63EFA19}" presName="compNode" presStyleCnt="0"/>
      <dgm:spPr/>
    </dgm:pt>
    <dgm:pt modelId="{DDCEB8A4-67DE-4B93-BFF6-B5D4E8C439DE}" type="pres">
      <dgm:prSet presAssocID="{56162288-0AC4-4D85-97CD-0522C63EFA19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18482806-A906-4A1E-A30E-732E826834ED}" type="pres">
      <dgm:prSet presAssocID="{56162288-0AC4-4D85-97CD-0522C63EFA19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3BCF44C-E8E0-41A8-93C5-71B8E9774B50}" type="pres">
      <dgm:prSet presAssocID="{56162288-0AC4-4D85-97CD-0522C63EFA19}" presName="spaceRect" presStyleCnt="0"/>
      <dgm:spPr/>
    </dgm:pt>
    <dgm:pt modelId="{9FE96C97-F1B0-4026-BF60-3C79FB863574}" type="pres">
      <dgm:prSet presAssocID="{56162288-0AC4-4D85-97CD-0522C63EFA19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F2C3E0E-C889-40AF-AE46-E5A7ECD69D4D}" srcId="{C733673D-CC67-42AC-B4F0-8854719F013C}" destId="{B7A11ED6-3635-400F-A2AD-869FDA5F5FC8}" srcOrd="6" destOrd="0" parTransId="{E8D51928-5EC3-49A4-A627-CD1D38E854E2}" sibTransId="{2A9E4456-AF15-4B49-9543-1162E6F7D402}"/>
    <dgm:cxn modelId="{E6D90818-B46B-43AF-9251-2066BCC5A86B}" srcId="{C733673D-CC67-42AC-B4F0-8854719F013C}" destId="{2C5DD053-3A8B-4392-81B8-C943911A9D39}" srcOrd="0" destOrd="0" parTransId="{9CEAF0A1-DE71-4BBE-8764-10D6C6B6311D}" sibTransId="{25C20783-FEDC-467D-8F87-07EA158609A4}"/>
    <dgm:cxn modelId="{132E6921-8B42-4D59-8481-C760DB2A6AA9}" srcId="{C733673D-CC67-42AC-B4F0-8854719F013C}" destId="{B75CEEA6-23A1-46A5-A0E0-C506BFDC7A9C}" srcOrd="3" destOrd="0" parTransId="{736FEDFB-211B-4053-9B35-297047A8E8EE}" sibTransId="{CFF0BB3E-957F-44A0-B58C-AA4399F8B832}"/>
    <dgm:cxn modelId="{C87DBE29-D101-4CD5-AC8D-2AFAF260E034}" srcId="{C733673D-CC67-42AC-B4F0-8854719F013C}" destId="{56162288-0AC4-4D85-97CD-0522C63EFA19}" srcOrd="7" destOrd="0" parTransId="{14F53A76-9EA3-420F-BE5F-BE6E9EC6CBAE}" sibTransId="{2EE770CF-8A8F-4E71-B398-60899CB9438F}"/>
    <dgm:cxn modelId="{D1F1072E-F6D2-4402-9190-B3FDE889B7EF}" type="presOf" srcId="{2C5DD053-3A8B-4392-81B8-C943911A9D39}" destId="{6E60690E-FA63-4ACC-86D9-AB7FD35E4106}" srcOrd="0" destOrd="0" presId="urn:microsoft.com/office/officeart/2018/5/layout/IconLeafLabelList"/>
    <dgm:cxn modelId="{B93DB43D-F021-41F2-B43D-F0815BDE55AB}" type="presOf" srcId="{162534DA-6CF7-478C-8158-85DA094414BB}" destId="{4ABD5B25-C32B-4AC7-8523-AD6FA8233387}" srcOrd="0" destOrd="0" presId="urn:microsoft.com/office/officeart/2018/5/layout/IconLeafLabelList"/>
    <dgm:cxn modelId="{5CE8425C-93A3-4E0A-9BEA-1320C6C704F4}" srcId="{C733673D-CC67-42AC-B4F0-8854719F013C}" destId="{47846650-4261-4921-9804-4E0EC1202A03}" srcOrd="4" destOrd="0" parTransId="{9737AB32-BCF7-4F72-B799-4DB2F41922D9}" sibTransId="{475EBE22-2246-49A9-845D-C97E04A6BEC2}"/>
    <dgm:cxn modelId="{4EBA3D46-F295-4D07-8924-9C5B79C908D0}" type="presOf" srcId="{721CD9E9-EFC7-410F-A7C8-79B8E4FF1C22}" destId="{10D94931-F309-4E35-BDEE-8C219109C460}" srcOrd="0" destOrd="0" presId="urn:microsoft.com/office/officeart/2018/5/layout/IconLeafLabelList"/>
    <dgm:cxn modelId="{9D4D3368-03AC-44A9-B054-99138FD557F8}" srcId="{C733673D-CC67-42AC-B4F0-8854719F013C}" destId="{F1345626-D806-4A32-8FA7-F81FD2908BD6}" srcOrd="5" destOrd="0" parTransId="{110E9FC7-ACE7-4B83-9FDB-1E5B7C3730D3}" sibTransId="{0A7C6650-0E5E-46EE-8386-946D4CF7622B}"/>
    <dgm:cxn modelId="{AC3E9178-82DF-4CE8-B81A-C810EB846FEF}" type="presOf" srcId="{56162288-0AC4-4D85-97CD-0522C63EFA19}" destId="{9FE96C97-F1B0-4026-BF60-3C79FB863574}" srcOrd="0" destOrd="0" presId="urn:microsoft.com/office/officeart/2018/5/layout/IconLeafLabelList"/>
    <dgm:cxn modelId="{D4DF6E86-3712-4CDA-81A5-E233D877AC5E}" type="presOf" srcId="{47846650-4261-4921-9804-4E0EC1202A03}" destId="{FD1EBBDF-97B1-469E-8AA6-4A13C1EE391B}" srcOrd="0" destOrd="0" presId="urn:microsoft.com/office/officeart/2018/5/layout/IconLeafLabelList"/>
    <dgm:cxn modelId="{221F9A8E-4EE8-4B10-8C3B-A828A1BD512E}" srcId="{C733673D-CC67-42AC-B4F0-8854719F013C}" destId="{162534DA-6CF7-478C-8158-85DA094414BB}" srcOrd="1" destOrd="0" parTransId="{05461FD1-20C4-4473-9366-32D4FBA2C201}" sibTransId="{CD573DD0-7849-41FB-A814-F0A69310A911}"/>
    <dgm:cxn modelId="{4A7E5798-DE07-4174-8069-9717B1D3623B}" srcId="{C733673D-CC67-42AC-B4F0-8854719F013C}" destId="{721CD9E9-EFC7-410F-A7C8-79B8E4FF1C22}" srcOrd="2" destOrd="0" parTransId="{817C82B8-E2E2-4E38-9B9E-AF5350FEAA43}" sibTransId="{019DA8A8-1950-4FBB-B0CF-4F1FBB4A6B5C}"/>
    <dgm:cxn modelId="{064CBAC0-155D-4A8E-9C5B-FBC7445C545A}" type="presOf" srcId="{B75CEEA6-23A1-46A5-A0E0-C506BFDC7A9C}" destId="{9BFCCFDB-4CB9-4882-964E-88A6F97C403C}" srcOrd="0" destOrd="0" presId="urn:microsoft.com/office/officeart/2018/5/layout/IconLeafLabelList"/>
    <dgm:cxn modelId="{6C40ADC2-B94B-488B-8A13-2DCF139171F6}" type="presOf" srcId="{C733673D-CC67-42AC-B4F0-8854719F013C}" destId="{55F0AA3B-213B-431B-884B-0BAF7DAB1862}" srcOrd="0" destOrd="0" presId="urn:microsoft.com/office/officeart/2018/5/layout/IconLeafLabelList"/>
    <dgm:cxn modelId="{F87A60C8-0648-4D7B-A64A-3852E4B91A27}" type="presOf" srcId="{F1345626-D806-4A32-8FA7-F81FD2908BD6}" destId="{18A4B0F8-1773-45DC-B4FC-48117E28FBF8}" srcOrd="0" destOrd="0" presId="urn:microsoft.com/office/officeart/2018/5/layout/IconLeafLabelList"/>
    <dgm:cxn modelId="{336B72D3-9120-42F8-ACFD-3CDBFCDCEF9D}" type="presOf" srcId="{B7A11ED6-3635-400F-A2AD-869FDA5F5FC8}" destId="{A3D41A07-CF40-411A-A155-977BE81F1C39}" srcOrd="0" destOrd="0" presId="urn:microsoft.com/office/officeart/2018/5/layout/IconLeafLabelList"/>
    <dgm:cxn modelId="{795AC118-FD21-4CA9-8788-FD1B794CD521}" type="presParOf" srcId="{55F0AA3B-213B-431B-884B-0BAF7DAB1862}" destId="{7CD0C495-AC87-4222-B3A1-E6A9F49CF3D8}" srcOrd="0" destOrd="0" presId="urn:microsoft.com/office/officeart/2018/5/layout/IconLeafLabelList"/>
    <dgm:cxn modelId="{D4A14E37-20DE-41E9-9B65-2DE1AA2F9FC2}" type="presParOf" srcId="{7CD0C495-AC87-4222-B3A1-E6A9F49CF3D8}" destId="{E7E08CD9-E1C7-481C-8296-C809AC8D2E44}" srcOrd="0" destOrd="0" presId="urn:microsoft.com/office/officeart/2018/5/layout/IconLeafLabelList"/>
    <dgm:cxn modelId="{167EF68E-B6C1-447D-9560-3FE0464C35AB}" type="presParOf" srcId="{7CD0C495-AC87-4222-B3A1-E6A9F49CF3D8}" destId="{80FF49D6-BB0D-47E2-B4D6-FF9D726D10AA}" srcOrd="1" destOrd="0" presId="urn:microsoft.com/office/officeart/2018/5/layout/IconLeafLabelList"/>
    <dgm:cxn modelId="{597D61C8-2F63-4E09-A8C2-449ACC4F601D}" type="presParOf" srcId="{7CD0C495-AC87-4222-B3A1-E6A9F49CF3D8}" destId="{E6892C67-3776-4F15-80E9-813B43E08046}" srcOrd="2" destOrd="0" presId="urn:microsoft.com/office/officeart/2018/5/layout/IconLeafLabelList"/>
    <dgm:cxn modelId="{ED6A333D-CC4F-434F-8291-091048F93071}" type="presParOf" srcId="{7CD0C495-AC87-4222-B3A1-E6A9F49CF3D8}" destId="{6E60690E-FA63-4ACC-86D9-AB7FD35E4106}" srcOrd="3" destOrd="0" presId="urn:microsoft.com/office/officeart/2018/5/layout/IconLeafLabelList"/>
    <dgm:cxn modelId="{D09F13D3-8166-4E64-BC89-12FEA5348173}" type="presParOf" srcId="{55F0AA3B-213B-431B-884B-0BAF7DAB1862}" destId="{B3DA4825-C77F-40AD-A8AC-BF58FD81240B}" srcOrd="1" destOrd="0" presId="urn:microsoft.com/office/officeart/2018/5/layout/IconLeafLabelList"/>
    <dgm:cxn modelId="{61478EFC-6511-463C-B588-118B81361ACB}" type="presParOf" srcId="{55F0AA3B-213B-431B-884B-0BAF7DAB1862}" destId="{92BDDF37-4B1A-4EB5-A9F1-A6F078A0467A}" srcOrd="2" destOrd="0" presId="urn:microsoft.com/office/officeart/2018/5/layout/IconLeafLabelList"/>
    <dgm:cxn modelId="{9F3E1777-985B-4CAB-A6AA-760846CCB775}" type="presParOf" srcId="{92BDDF37-4B1A-4EB5-A9F1-A6F078A0467A}" destId="{D9CBA133-8C6C-446A-B6A3-EE8FD77DB458}" srcOrd="0" destOrd="0" presId="urn:microsoft.com/office/officeart/2018/5/layout/IconLeafLabelList"/>
    <dgm:cxn modelId="{C1CD66EE-1101-43A6-A650-CFB0DB1E0C83}" type="presParOf" srcId="{92BDDF37-4B1A-4EB5-A9F1-A6F078A0467A}" destId="{019ACA9B-0629-48DC-9982-D37116766777}" srcOrd="1" destOrd="0" presId="urn:microsoft.com/office/officeart/2018/5/layout/IconLeafLabelList"/>
    <dgm:cxn modelId="{7D781B07-6444-48C7-965D-F77B735D909C}" type="presParOf" srcId="{92BDDF37-4B1A-4EB5-A9F1-A6F078A0467A}" destId="{04C484AB-7A57-4B49-B744-0B0321C06455}" srcOrd="2" destOrd="0" presId="urn:microsoft.com/office/officeart/2018/5/layout/IconLeafLabelList"/>
    <dgm:cxn modelId="{BF4C7D4E-6AD3-47E5-99BB-297D4CA82907}" type="presParOf" srcId="{92BDDF37-4B1A-4EB5-A9F1-A6F078A0467A}" destId="{4ABD5B25-C32B-4AC7-8523-AD6FA8233387}" srcOrd="3" destOrd="0" presId="urn:microsoft.com/office/officeart/2018/5/layout/IconLeafLabelList"/>
    <dgm:cxn modelId="{AFE63ED5-C6A1-479C-8DD6-DA7A53A36089}" type="presParOf" srcId="{55F0AA3B-213B-431B-884B-0BAF7DAB1862}" destId="{A19DCD12-3618-47AE-BC83-06F0E98EA9B0}" srcOrd="3" destOrd="0" presId="urn:microsoft.com/office/officeart/2018/5/layout/IconLeafLabelList"/>
    <dgm:cxn modelId="{6DAF4C3E-0F73-40FF-8DBE-1A2263288F6C}" type="presParOf" srcId="{55F0AA3B-213B-431B-884B-0BAF7DAB1862}" destId="{B951C032-729C-4F1A-9240-77944B6A9BEA}" srcOrd="4" destOrd="0" presId="urn:microsoft.com/office/officeart/2018/5/layout/IconLeafLabelList"/>
    <dgm:cxn modelId="{654E9FE4-EE34-455F-8C15-EAADD0E3D5D3}" type="presParOf" srcId="{B951C032-729C-4F1A-9240-77944B6A9BEA}" destId="{2955ADB9-93C6-4C9B-ABFD-B27FAA7685BC}" srcOrd="0" destOrd="0" presId="urn:microsoft.com/office/officeart/2018/5/layout/IconLeafLabelList"/>
    <dgm:cxn modelId="{2FA6B255-1A68-458F-ACAB-5DDC264187D7}" type="presParOf" srcId="{B951C032-729C-4F1A-9240-77944B6A9BEA}" destId="{6EC2934D-BB64-4CAF-A349-A9946477C27C}" srcOrd="1" destOrd="0" presId="urn:microsoft.com/office/officeart/2018/5/layout/IconLeafLabelList"/>
    <dgm:cxn modelId="{A198F79A-8A62-4BC7-9988-2B726077DD77}" type="presParOf" srcId="{B951C032-729C-4F1A-9240-77944B6A9BEA}" destId="{ECE8F456-8CA5-4201-982C-EB197D5DE668}" srcOrd="2" destOrd="0" presId="urn:microsoft.com/office/officeart/2018/5/layout/IconLeafLabelList"/>
    <dgm:cxn modelId="{3F3CBD1B-1AF4-44EC-B050-8141F80E025C}" type="presParOf" srcId="{B951C032-729C-4F1A-9240-77944B6A9BEA}" destId="{10D94931-F309-4E35-BDEE-8C219109C460}" srcOrd="3" destOrd="0" presId="urn:microsoft.com/office/officeart/2018/5/layout/IconLeafLabelList"/>
    <dgm:cxn modelId="{4EA1FF9D-E61D-4D45-8BF6-AB8CC72E223F}" type="presParOf" srcId="{55F0AA3B-213B-431B-884B-0BAF7DAB1862}" destId="{5A582F6E-64F5-4E0A-BA03-AC822BFAF655}" srcOrd="5" destOrd="0" presId="urn:microsoft.com/office/officeart/2018/5/layout/IconLeafLabelList"/>
    <dgm:cxn modelId="{780E86B9-D5B2-4133-A9C1-61AE3EF186D0}" type="presParOf" srcId="{55F0AA3B-213B-431B-884B-0BAF7DAB1862}" destId="{4CD53222-B57E-402C-9E8A-01B3C284BF13}" srcOrd="6" destOrd="0" presId="urn:microsoft.com/office/officeart/2018/5/layout/IconLeafLabelList"/>
    <dgm:cxn modelId="{B6C8EBC1-A70F-48DF-8E11-B480C0DC34FF}" type="presParOf" srcId="{4CD53222-B57E-402C-9E8A-01B3C284BF13}" destId="{09A88F7C-286A-435E-8AD4-FDD8EFDC91C8}" srcOrd="0" destOrd="0" presId="urn:microsoft.com/office/officeart/2018/5/layout/IconLeafLabelList"/>
    <dgm:cxn modelId="{12073F4E-E582-4ACF-B896-D45793521CF8}" type="presParOf" srcId="{4CD53222-B57E-402C-9E8A-01B3C284BF13}" destId="{0AC814EB-A612-4205-91F1-83BBD7BFE32F}" srcOrd="1" destOrd="0" presId="urn:microsoft.com/office/officeart/2018/5/layout/IconLeafLabelList"/>
    <dgm:cxn modelId="{F807D8AB-0638-40E0-8BE0-7D3E61034535}" type="presParOf" srcId="{4CD53222-B57E-402C-9E8A-01B3C284BF13}" destId="{A9C8CEDA-AB6F-4285-87DE-6F25CCBDB1DE}" srcOrd="2" destOrd="0" presId="urn:microsoft.com/office/officeart/2018/5/layout/IconLeafLabelList"/>
    <dgm:cxn modelId="{5FB19553-EC8D-4460-89D3-60D1C7757456}" type="presParOf" srcId="{4CD53222-B57E-402C-9E8A-01B3C284BF13}" destId="{9BFCCFDB-4CB9-4882-964E-88A6F97C403C}" srcOrd="3" destOrd="0" presId="urn:microsoft.com/office/officeart/2018/5/layout/IconLeafLabelList"/>
    <dgm:cxn modelId="{B87C8251-0385-43D5-95D7-A0973919F700}" type="presParOf" srcId="{55F0AA3B-213B-431B-884B-0BAF7DAB1862}" destId="{E5D737A8-0AB3-410D-947B-B35BFDEC726B}" srcOrd="7" destOrd="0" presId="urn:microsoft.com/office/officeart/2018/5/layout/IconLeafLabelList"/>
    <dgm:cxn modelId="{C7714F93-9827-4241-A2A4-2DB3C8D4C2DF}" type="presParOf" srcId="{55F0AA3B-213B-431B-884B-0BAF7DAB1862}" destId="{49634D05-5B88-4011-80C4-E68BA388E4A2}" srcOrd="8" destOrd="0" presId="urn:microsoft.com/office/officeart/2018/5/layout/IconLeafLabelList"/>
    <dgm:cxn modelId="{6EF11FC8-D0D7-46AC-B95B-8D556E955AC1}" type="presParOf" srcId="{49634D05-5B88-4011-80C4-E68BA388E4A2}" destId="{25BCC576-597E-4298-B67D-17841AE1D60C}" srcOrd="0" destOrd="0" presId="urn:microsoft.com/office/officeart/2018/5/layout/IconLeafLabelList"/>
    <dgm:cxn modelId="{F1B4A94C-28C8-4E3B-AE6C-7EE274DB5F3A}" type="presParOf" srcId="{49634D05-5B88-4011-80C4-E68BA388E4A2}" destId="{81647732-C8B3-4F79-A751-22C0B587917F}" srcOrd="1" destOrd="0" presId="urn:microsoft.com/office/officeart/2018/5/layout/IconLeafLabelList"/>
    <dgm:cxn modelId="{7415A24D-1728-4310-9492-421CED29A6A9}" type="presParOf" srcId="{49634D05-5B88-4011-80C4-E68BA388E4A2}" destId="{9BAB56AC-75F0-4390-B1BA-DF5FC07E4394}" srcOrd="2" destOrd="0" presId="urn:microsoft.com/office/officeart/2018/5/layout/IconLeafLabelList"/>
    <dgm:cxn modelId="{52DEC9ED-C40F-4D24-999D-063C1A99F2B3}" type="presParOf" srcId="{49634D05-5B88-4011-80C4-E68BA388E4A2}" destId="{FD1EBBDF-97B1-469E-8AA6-4A13C1EE391B}" srcOrd="3" destOrd="0" presId="urn:microsoft.com/office/officeart/2018/5/layout/IconLeafLabelList"/>
    <dgm:cxn modelId="{C74FA49D-FCF8-4A05-B187-D416EA5FC3DB}" type="presParOf" srcId="{55F0AA3B-213B-431B-884B-0BAF7DAB1862}" destId="{60700F69-D6A8-4158-8B35-E3A77CC84DE5}" srcOrd="9" destOrd="0" presId="urn:microsoft.com/office/officeart/2018/5/layout/IconLeafLabelList"/>
    <dgm:cxn modelId="{3F63E070-240F-4DBD-BAFA-4928F53E21D1}" type="presParOf" srcId="{55F0AA3B-213B-431B-884B-0BAF7DAB1862}" destId="{157BE46D-E03A-44E8-9E22-3A698403A656}" srcOrd="10" destOrd="0" presId="urn:microsoft.com/office/officeart/2018/5/layout/IconLeafLabelList"/>
    <dgm:cxn modelId="{EB7B0E7D-1B46-4CC7-AF98-805C33E1E8DA}" type="presParOf" srcId="{157BE46D-E03A-44E8-9E22-3A698403A656}" destId="{9B6E06A3-4E1E-4E43-B7F7-9E9279FFE4ED}" srcOrd="0" destOrd="0" presId="urn:microsoft.com/office/officeart/2018/5/layout/IconLeafLabelList"/>
    <dgm:cxn modelId="{A35032A7-C032-4762-A98C-06F4B4E73B12}" type="presParOf" srcId="{157BE46D-E03A-44E8-9E22-3A698403A656}" destId="{AA6AB25B-C348-4EFF-A642-E253ADE51457}" srcOrd="1" destOrd="0" presId="urn:microsoft.com/office/officeart/2018/5/layout/IconLeafLabelList"/>
    <dgm:cxn modelId="{F03BFB0E-6DDB-4702-AA47-A278E06FC891}" type="presParOf" srcId="{157BE46D-E03A-44E8-9E22-3A698403A656}" destId="{AD304904-F878-474F-AF20-54106F28A719}" srcOrd="2" destOrd="0" presId="urn:microsoft.com/office/officeart/2018/5/layout/IconLeafLabelList"/>
    <dgm:cxn modelId="{69613ECD-B482-4F83-94B3-516BFBE2AC5A}" type="presParOf" srcId="{157BE46D-E03A-44E8-9E22-3A698403A656}" destId="{18A4B0F8-1773-45DC-B4FC-48117E28FBF8}" srcOrd="3" destOrd="0" presId="urn:microsoft.com/office/officeart/2018/5/layout/IconLeafLabelList"/>
    <dgm:cxn modelId="{6197249B-4405-477A-A96D-859B140F36A8}" type="presParOf" srcId="{55F0AA3B-213B-431B-884B-0BAF7DAB1862}" destId="{EF706F62-F932-4434-B91A-FF8048C50291}" srcOrd="11" destOrd="0" presId="urn:microsoft.com/office/officeart/2018/5/layout/IconLeafLabelList"/>
    <dgm:cxn modelId="{6ACD3920-5F27-4A5B-846D-EDF5AB37D05B}" type="presParOf" srcId="{55F0AA3B-213B-431B-884B-0BAF7DAB1862}" destId="{05E4711C-4664-4A76-8249-9EE2313FA71D}" srcOrd="12" destOrd="0" presId="urn:microsoft.com/office/officeart/2018/5/layout/IconLeafLabelList"/>
    <dgm:cxn modelId="{17822CED-6FFD-445D-AF6A-E389197323D8}" type="presParOf" srcId="{05E4711C-4664-4A76-8249-9EE2313FA71D}" destId="{36F3B523-2AA8-4339-996C-F4066AD91CA5}" srcOrd="0" destOrd="0" presId="urn:microsoft.com/office/officeart/2018/5/layout/IconLeafLabelList"/>
    <dgm:cxn modelId="{6011BC23-C60C-4D31-A8EB-3C02FD1AFDBF}" type="presParOf" srcId="{05E4711C-4664-4A76-8249-9EE2313FA71D}" destId="{BCD979A2-5843-4DC6-A336-A9B76C09FBD4}" srcOrd="1" destOrd="0" presId="urn:microsoft.com/office/officeart/2018/5/layout/IconLeafLabelList"/>
    <dgm:cxn modelId="{EAB76E39-9C07-42DF-9EFB-E0D7412F131B}" type="presParOf" srcId="{05E4711C-4664-4A76-8249-9EE2313FA71D}" destId="{59DACA90-98BB-4AB8-9F60-2ED5183125C4}" srcOrd="2" destOrd="0" presId="urn:microsoft.com/office/officeart/2018/5/layout/IconLeafLabelList"/>
    <dgm:cxn modelId="{00F9745C-8224-4DEF-AE4E-7C68E82DCBB3}" type="presParOf" srcId="{05E4711C-4664-4A76-8249-9EE2313FA71D}" destId="{A3D41A07-CF40-411A-A155-977BE81F1C39}" srcOrd="3" destOrd="0" presId="urn:microsoft.com/office/officeart/2018/5/layout/IconLeafLabelList"/>
    <dgm:cxn modelId="{91178211-3362-4F2F-B00B-A18D3F2F26DA}" type="presParOf" srcId="{55F0AA3B-213B-431B-884B-0BAF7DAB1862}" destId="{143C4036-B97A-4587-92E8-234E7D1A8001}" srcOrd="13" destOrd="0" presId="urn:microsoft.com/office/officeart/2018/5/layout/IconLeafLabelList"/>
    <dgm:cxn modelId="{47C8240D-74A1-489C-9E42-0FF3B9527830}" type="presParOf" srcId="{55F0AA3B-213B-431B-884B-0BAF7DAB1862}" destId="{FA8C6BEC-AF5E-490C-B936-C0CC0554559B}" srcOrd="14" destOrd="0" presId="urn:microsoft.com/office/officeart/2018/5/layout/IconLeafLabelList"/>
    <dgm:cxn modelId="{4136173D-EC3F-4557-ADF1-4EEEEBA26505}" type="presParOf" srcId="{FA8C6BEC-AF5E-490C-B936-C0CC0554559B}" destId="{DDCEB8A4-67DE-4B93-BFF6-B5D4E8C439DE}" srcOrd="0" destOrd="0" presId="urn:microsoft.com/office/officeart/2018/5/layout/IconLeafLabelList"/>
    <dgm:cxn modelId="{5EF306C0-3F1B-4FF5-877B-C623DCFD3044}" type="presParOf" srcId="{FA8C6BEC-AF5E-490C-B936-C0CC0554559B}" destId="{18482806-A906-4A1E-A30E-732E826834ED}" srcOrd="1" destOrd="0" presId="urn:microsoft.com/office/officeart/2018/5/layout/IconLeafLabelList"/>
    <dgm:cxn modelId="{78334ABE-B762-4EA4-9E60-A41E4473C56F}" type="presParOf" srcId="{FA8C6BEC-AF5E-490C-B936-C0CC0554559B}" destId="{83BCF44C-E8E0-41A8-93C5-71B8E9774B50}" srcOrd="2" destOrd="0" presId="urn:microsoft.com/office/officeart/2018/5/layout/IconLeafLabelList"/>
    <dgm:cxn modelId="{7234A039-E906-4047-A4D4-7A7B375D59C2}" type="presParOf" srcId="{FA8C6BEC-AF5E-490C-B936-C0CC0554559B}" destId="{9FE96C97-F1B0-4026-BF60-3C79FB86357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82F3B-0BA7-417A-8D77-ABE6C8901E70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5D0F6D-6657-426E-85AC-67040A6E4D0E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33AE0-9448-4C3A-8E21-0C9C2777D36E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Current Issues &amp; Our Solution</a:t>
          </a:r>
          <a:endParaRPr lang="en-US" sz="1500" kern="1200"/>
        </a:p>
      </dsp:txBody>
      <dsp:txXfrm>
        <a:off x="100682" y="2684598"/>
        <a:ext cx="2370489" cy="720000"/>
      </dsp:txXfrm>
    </dsp:sp>
    <dsp:sp modelId="{CACF8B70-7423-4D4C-A2DD-D13154BE4B29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3D9B5-C502-4D1C-84D0-6DA3FCFC54EC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E0F7B-675F-4F3A-A8A0-5A9E05C6D836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No visitor identification &gt;&gt; Real-time face recognition</a:t>
          </a:r>
        </a:p>
      </dsp:txBody>
      <dsp:txXfrm>
        <a:off x="2886007" y="2684598"/>
        <a:ext cx="2370489" cy="720000"/>
      </dsp:txXfrm>
    </dsp:sp>
    <dsp:sp modelId="{398B0B43-A5AB-46D2-BE89-6D5C438A025A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55A57-18E1-4066-BC5B-75F9373A290A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659AB-8D73-4B3C-A6EF-80DAF7221EFC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Security concerns &gt;&gt; Edge processing (privacy)</a:t>
          </a:r>
        </a:p>
      </dsp:txBody>
      <dsp:txXfrm>
        <a:off x="5671332" y="2684598"/>
        <a:ext cx="2370489" cy="720000"/>
      </dsp:txXfrm>
    </dsp:sp>
    <dsp:sp modelId="{66F999E3-700F-4985-83BB-33C61A5FE24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2B1AF-8127-416F-A136-FDCA0527A7DD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E0EA9-53D6-4962-8AB2-B13A4FBF81E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Cloud dependency &gt;&gt;  Instant identification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7C2DB-7332-F843-B570-A8C5D4E8CD9F}">
      <dsp:nvSpPr>
        <dsp:cNvPr id="0" name=""/>
        <dsp:cNvSpPr/>
      </dsp:nvSpPr>
      <dsp:spPr>
        <a:xfrm>
          <a:off x="1899564" y="2346"/>
          <a:ext cx="1782175" cy="178217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Edge Deployment</a:t>
          </a:r>
          <a:endParaRPr lang="en-US" sz="1600" kern="1200"/>
        </a:p>
      </dsp:txBody>
      <dsp:txXfrm>
        <a:off x="2160557" y="263339"/>
        <a:ext cx="1260189" cy="1260189"/>
      </dsp:txXfrm>
    </dsp:sp>
    <dsp:sp modelId="{E6991DA6-6F7B-1847-9435-9277FCBE9E81}">
      <dsp:nvSpPr>
        <dsp:cNvPr id="0" name=""/>
        <dsp:cNvSpPr/>
      </dsp:nvSpPr>
      <dsp:spPr>
        <a:xfrm rot="10800000">
          <a:off x="2478770" y="2014645"/>
          <a:ext cx="623761" cy="487861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18C9B-03E2-B34A-9082-450ABF896EB6}">
      <dsp:nvSpPr>
        <dsp:cNvPr id="0" name=""/>
        <dsp:cNvSpPr/>
      </dsp:nvSpPr>
      <dsp:spPr>
        <a:xfrm>
          <a:off x="2196296" y="2705015"/>
          <a:ext cx="1188710" cy="1188710"/>
        </a:xfrm>
        <a:prstGeom prst="ellipse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Run ML inference directly on Raspberry Pi</a:t>
          </a:r>
        </a:p>
      </dsp:txBody>
      <dsp:txXfrm>
        <a:off x="2370379" y="2879098"/>
        <a:ext cx="840544" cy="840544"/>
      </dsp:txXfrm>
    </dsp:sp>
    <dsp:sp modelId="{F16DC4E1-2942-114C-BB0E-1CF15FC19C4B}">
      <dsp:nvSpPr>
        <dsp:cNvPr id="0" name=""/>
        <dsp:cNvSpPr/>
      </dsp:nvSpPr>
      <dsp:spPr>
        <a:xfrm rot="5400000">
          <a:off x="3829209" y="3055440"/>
          <a:ext cx="623761" cy="487861"/>
        </a:xfrm>
        <a:prstGeom prst="triangl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E20E5-2A1D-D648-8693-1050F5430E5B}">
      <dsp:nvSpPr>
        <dsp:cNvPr id="0" name=""/>
        <dsp:cNvSpPr/>
      </dsp:nvSpPr>
      <dsp:spPr>
        <a:xfrm>
          <a:off x="4869559" y="2705015"/>
          <a:ext cx="1188710" cy="1188710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Face Recognition</a:t>
          </a:r>
          <a:endParaRPr lang="en-US" sz="1100" kern="1200"/>
        </a:p>
      </dsp:txBody>
      <dsp:txXfrm>
        <a:off x="5043642" y="2879098"/>
        <a:ext cx="840544" cy="840544"/>
      </dsp:txXfrm>
    </dsp:sp>
    <dsp:sp modelId="{BD357DA0-41DC-6649-BF6A-7B15A65629DB}">
      <dsp:nvSpPr>
        <dsp:cNvPr id="0" name=""/>
        <dsp:cNvSpPr/>
      </dsp:nvSpPr>
      <dsp:spPr>
        <a:xfrm>
          <a:off x="5152033" y="1838664"/>
          <a:ext cx="623761" cy="487861"/>
        </a:xfrm>
        <a:prstGeom prst="triangl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FA234-518A-C844-9E18-C065A14877C5}">
      <dsp:nvSpPr>
        <dsp:cNvPr id="0" name=""/>
        <dsp:cNvSpPr/>
      </dsp:nvSpPr>
      <dsp:spPr>
        <a:xfrm>
          <a:off x="4869559" y="299078"/>
          <a:ext cx="1188710" cy="1188710"/>
        </a:xfrm>
        <a:prstGeom prst="ellipse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known vs unknown visitors</a:t>
          </a:r>
        </a:p>
      </dsp:txBody>
      <dsp:txXfrm>
        <a:off x="5043642" y="473161"/>
        <a:ext cx="840544" cy="840544"/>
      </dsp:txXfrm>
    </dsp:sp>
    <dsp:sp modelId="{1496D0AA-76EC-4940-B821-24BA0C37808E}">
      <dsp:nvSpPr>
        <dsp:cNvPr id="0" name=""/>
        <dsp:cNvSpPr/>
      </dsp:nvSpPr>
      <dsp:spPr>
        <a:xfrm rot="5400000">
          <a:off x="6502472" y="649503"/>
          <a:ext cx="623761" cy="487861"/>
        </a:xfrm>
        <a:prstGeom prst="triangl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4A7F3-5C53-6446-BCDA-0D8DB096407E}">
      <dsp:nvSpPr>
        <dsp:cNvPr id="0" name=""/>
        <dsp:cNvSpPr/>
      </dsp:nvSpPr>
      <dsp:spPr>
        <a:xfrm>
          <a:off x="7542821" y="299078"/>
          <a:ext cx="1188710" cy="1188710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Real-Time</a:t>
          </a:r>
          <a:endParaRPr lang="en-US" sz="1100" kern="1200"/>
        </a:p>
      </dsp:txBody>
      <dsp:txXfrm>
        <a:off x="7716904" y="473161"/>
        <a:ext cx="840544" cy="840544"/>
      </dsp:txXfrm>
    </dsp:sp>
    <dsp:sp modelId="{0AEE8CE2-3B4D-224C-BCE3-15848583FBB2}">
      <dsp:nvSpPr>
        <dsp:cNvPr id="0" name=""/>
        <dsp:cNvSpPr/>
      </dsp:nvSpPr>
      <dsp:spPr>
        <a:xfrm rot="10800000">
          <a:off x="7825296" y="1717913"/>
          <a:ext cx="623761" cy="487861"/>
        </a:xfrm>
        <a:prstGeom prst="triangl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E0286-B45D-594B-BCA6-EE9B79050F5C}">
      <dsp:nvSpPr>
        <dsp:cNvPr id="0" name=""/>
        <dsp:cNvSpPr/>
      </dsp:nvSpPr>
      <dsp:spPr>
        <a:xfrm>
          <a:off x="7246089" y="2408283"/>
          <a:ext cx="1782175" cy="1782175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Instant detection and classification</a:t>
          </a:r>
        </a:p>
      </dsp:txBody>
      <dsp:txXfrm>
        <a:off x="7507082" y="2669276"/>
        <a:ext cx="1260189" cy="12601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A3638-0424-49F4-8E42-2EB5179DAD4D}">
      <dsp:nvSpPr>
        <dsp:cNvPr id="0" name=""/>
        <dsp:cNvSpPr/>
      </dsp:nvSpPr>
      <dsp:spPr>
        <a:xfrm>
          <a:off x="1061437" y="798422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B3FAD-C8A1-4EC9-A1AD-76198BEE9111}">
      <dsp:nvSpPr>
        <dsp:cNvPr id="0" name=""/>
        <dsp:cNvSpPr/>
      </dsp:nvSpPr>
      <dsp:spPr>
        <a:xfrm>
          <a:off x="1582" y="20514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Face Capture (capture.py)</a:t>
          </a:r>
          <a:endParaRPr lang="en-US" sz="1700" kern="1200"/>
        </a:p>
      </dsp:txBody>
      <dsp:txXfrm>
        <a:off x="1582" y="2051431"/>
        <a:ext cx="3261093" cy="489164"/>
      </dsp:txXfrm>
    </dsp:sp>
    <dsp:sp modelId="{8C774C33-AA4F-45B6-9AB4-B3A24F0F4A82}">
      <dsp:nvSpPr>
        <dsp:cNvPr id="0" name=""/>
        <dsp:cNvSpPr/>
      </dsp:nvSpPr>
      <dsp:spPr>
        <a:xfrm>
          <a:off x="1582" y="2592514"/>
          <a:ext cx="3261093" cy="80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Collect and align user faces using webcam → Save as dataset images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Output: Aligned JPG face images per user</a:t>
          </a:r>
        </a:p>
      </dsp:txBody>
      <dsp:txXfrm>
        <a:off x="1582" y="2592514"/>
        <a:ext cx="3261093" cy="801868"/>
      </dsp:txXfrm>
    </dsp:sp>
    <dsp:sp modelId="{4F4EC198-AB90-4FEE-AC2B-B6D95809BA93}">
      <dsp:nvSpPr>
        <dsp:cNvPr id="0" name=""/>
        <dsp:cNvSpPr/>
      </dsp:nvSpPr>
      <dsp:spPr>
        <a:xfrm>
          <a:off x="4893223" y="798422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75962-8275-4C27-95CD-49AC7C404CE7}">
      <dsp:nvSpPr>
        <dsp:cNvPr id="0" name=""/>
        <dsp:cNvSpPr/>
      </dsp:nvSpPr>
      <dsp:spPr>
        <a:xfrm>
          <a:off x="3833367" y="20514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Feature Extraction (feature.py)</a:t>
          </a:r>
          <a:endParaRPr lang="en-US" sz="1700" kern="1200"/>
        </a:p>
      </dsp:txBody>
      <dsp:txXfrm>
        <a:off x="3833367" y="2051431"/>
        <a:ext cx="3261093" cy="489164"/>
      </dsp:txXfrm>
    </dsp:sp>
    <dsp:sp modelId="{B99EA226-3647-4EC1-A320-B56089EEF08C}">
      <dsp:nvSpPr>
        <dsp:cNvPr id="0" name=""/>
        <dsp:cNvSpPr/>
      </dsp:nvSpPr>
      <dsp:spPr>
        <a:xfrm>
          <a:off x="3833367" y="2592514"/>
          <a:ext cx="3261093" cy="80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Convert face images → 128-D numerical embeddings using Sface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Output: User database of embeddings (.npy files)</a:t>
          </a:r>
        </a:p>
      </dsp:txBody>
      <dsp:txXfrm>
        <a:off x="3833367" y="2592514"/>
        <a:ext cx="3261093" cy="801868"/>
      </dsp:txXfrm>
    </dsp:sp>
    <dsp:sp modelId="{F29DD28B-83D5-4DD7-B404-B786561361E3}">
      <dsp:nvSpPr>
        <dsp:cNvPr id="0" name=""/>
        <dsp:cNvSpPr/>
      </dsp:nvSpPr>
      <dsp:spPr>
        <a:xfrm>
          <a:off x="8725008" y="798422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A4D7F-963B-48D2-8D93-01BEE17AB53F}">
      <dsp:nvSpPr>
        <dsp:cNvPr id="0" name=""/>
        <dsp:cNvSpPr/>
      </dsp:nvSpPr>
      <dsp:spPr>
        <a:xfrm>
          <a:off x="7665152" y="20514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Real-Time Recognition (recognition.py)</a:t>
          </a:r>
          <a:endParaRPr lang="en-US" sz="1700" kern="1200"/>
        </a:p>
      </dsp:txBody>
      <dsp:txXfrm>
        <a:off x="7665152" y="2051431"/>
        <a:ext cx="3261093" cy="489164"/>
      </dsp:txXfrm>
    </dsp:sp>
    <dsp:sp modelId="{DA877FF6-0D98-4CE9-B625-26FE2E5D289D}">
      <dsp:nvSpPr>
        <dsp:cNvPr id="0" name=""/>
        <dsp:cNvSpPr/>
      </dsp:nvSpPr>
      <dsp:spPr>
        <a:xfrm>
          <a:off x="7665152" y="2592514"/>
          <a:ext cx="3261093" cy="801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Detect faces → Extract embeddings → Compare → Identify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Output: Real-time identification with name + confidence</a:t>
          </a:r>
        </a:p>
      </dsp:txBody>
      <dsp:txXfrm>
        <a:off x="7665152" y="2592514"/>
        <a:ext cx="3261093" cy="8018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BBD67-ADDD-8943-9D64-B1B8E4263C3D}">
      <dsp:nvSpPr>
        <dsp:cNvPr id="0" name=""/>
        <dsp:cNvSpPr/>
      </dsp:nvSpPr>
      <dsp:spPr>
        <a:xfrm>
          <a:off x="3040792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3451"/>
        <a:ext cx="34897" cy="6979"/>
      </dsp:txXfrm>
    </dsp:sp>
    <dsp:sp modelId="{1F600FEB-DF46-F14E-9680-B091EF8F709E}">
      <dsp:nvSpPr>
        <dsp:cNvPr id="0" name=""/>
        <dsp:cNvSpPr/>
      </dsp:nvSpPr>
      <dsp:spPr>
        <a:xfrm>
          <a:off x="8061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Camera Captures Frame</a:t>
          </a:r>
          <a:br>
            <a:rPr lang="en-US" sz="1600" b="1" kern="1200"/>
          </a:br>
          <a:r>
            <a:rPr lang="en-US" sz="1600" kern="1200"/>
            <a:t>Raspberry Pi camera module captures live video</a:t>
          </a:r>
        </a:p>
      </dsp:txBody>
      <dsp:txXfrm>
        <a:off x="8061" y="6582"/>
        <a:ext cx="3034531" cy="1820718"/>
      </dsp:txXfrm>
    </dsp:sp>
    <dsp:sp modelId="{FFDEAB02-BE48-0348-AF41-6B4A2BE9975F}">
      <dsp:nvSpPr>
        <dsp:cNvPr id="0" name=""/>
        <dsp:cNvSpPr/>
      </dsp:nvSpPr>
      <dsp:spPr>
        <a:xfrm>
          <a:off x="6773265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3451"/>
        <a:ext cx="34897" cy="6979"/>
      </dsp:txXfrm>
    </dsp:sp>
    <dsp:sp modelId="{63711470-2015-714E-9FE0-81113F7F71FD}">
      <dsp:nvSpPr>
        <dsp:cNvPr id="0" name=""/>
        <dsp:cNvSpPr/>
      </dsp:nvSpPr>
      <dsp:spPr>
        <a:xfrm>
          <a:off x="3740534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YuNet Detects Faces</a:t>
          </a:r>
          <a:br>
            <a:rPr lang="en-US" sz="1600" b="1" kern="1200"/>
          </a:br>
          <a:r>
            <a:rPr lang="en-US" sz="1600" kern="1200"/>
            <a:t>Identifies face bounding boxes and landmarks</a:t>
          </a:r>
        </a:p>
      </dsp:txBody>
      <dsp:txXfrm>
        <a:off x="3740534" y="6582"/>
        <a:ext cx="3034531" cy="1820718"/>
      </dsp:txXfrm>
    </dsp:sp>
    <dsp:sp modelId="{733E318C-A6DB-A440-8BD0-E5013EF801A4}">
      <dsp:nvSpPr>
        <dsp:cNvPr id="0" name=""/>
        <dsp:cNvSpPr/>
      </dsp:nvSpPr>
      <dsp:spPr>
        <a:xfrm>
          <a:off x="1525326" y="1825500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682"/>
        <a:ext cx="374875" cy="6979"/>
      </dsp:txXfrm>
    </dsp:sp>
    <dsp:sp modelId="{F5402338-5DD5-1040-931D-E3D371388069}">
      <dsp:nvSpPr>
        <dsp:cNvPr id="0" name=""/>
        <dsp:cNvSpPr/>
      </dsp:nvSpPr>
      <dsp:spPr>
        <a:xfrm>
          <a:off x="7473007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Face Alignment &amp; Cropping</a:t>
          </a:r>
          <a:br>
            <a:rPr lang="en-US" sz="1600" b="1" kern="1200"/>
          </a:br>
          <a:r>
            <a:rPr lang="en-US" sz="1600" kern="1200"/>
            <a:t>SFace aligns and normalizes detected faces</a:t>
          </a:r>
        </a:p>
      </dsp:txBody>
      <dsp:txXfrm>
        <a:off x="7473007" y="6582"/>
        <a:ext cx="3034531" cy="1820718"/>
      </dsp:txXfrm>
    </dsp:sp>
    <dsp:sp modelId="{D9EB1123-4289-3E47-A652-D63FA7501CC5}">
      <dsp:nvSpPr>
        <dsp:cNvPr id="0" name=""/>
        <dsp:cNvSpPr/>
      </dsp:nvSpPr>
      <dsp:spPr>
        <a:xfrm>
          <a:off x="3040792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2112"/>
        <a:ext cx="34897" cy="6979"/>
      </dsp:txXfrm>
    </dsp:sp>
    <dsp:sp modelId="{AA6B513C-3FAA-4B4F-95D8-20CDA2A072F6}">
      <dsp:nvSpPr>
        <dsp:cNvPr id="0" name=""/>
        <dsp:cNvSpPr/>
      </dsp:nvSpPr>
      <dsp:spPr>
        <a:xfrm>
          <a:off x="8061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Feature Extraction</a:t>
          </a:r>
          <a:br>
            <a:rPr lang="en-US" sz="1600" b="1" kern="1200"/>
          </a:br>
          <a:r>
            <a:rPr lang="en-US" sz="1600" kern="1200"/>
            <a:t>Generates 128-D embedding vector</a:t>
          </a:r>
        </a:p>
      </dsp:txBody>
      <dsp:txXfrm>
        <a:off x="8061" y="2525243"/>
        <a:ext cx="3034531" cy="1820718"/>
      </dsp:txXfrm>
    </dsp:sp>
    <dsp:sp modelId="{AE2E92FB-53DE-444E-8F04-C29FB8F41B7C}">
      <dsp:nvSpPr>
        <dsp:cNvPr id="0" name=""/>
        <dsp:cNvSpPr/>
      </dsp:nvSpPr>
      <dsp:spPr>
        <a:xfrm>
          <a:off x="6773265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2112"/>
        <a:ext cx="34897" cy="6979"/>
      </dsp:txXfrm>
    </dsp:sp>
    <dsp:sp modelId="{EA7F7879-FF61-FB4C-AD33-DB3F9C21A6E2}">
      <dsp:nvSpPr>
        <dsp:cNvPr id="0" name=""/>
        <dsp:cNvSpPr/>
      </dsp:nvSpPr>
      <dsp:spPr>
        <a:xfrm>
          <a:off x="3740534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Cosine Similarity Comparison</a:t>
          </a:r>
          <a:br>
            <a:rPr lang="en-US" sz="1600" b="1" kern="1200"/>
          </a:br>
          <a:r>
            <a:rPr lang="en-US" sz="1600" kern="1200"/>
            <a:t>Compares with all stored embeddings in database</a:t>
          </a:r>
        </a:p>
      </dsp:txBody>
      <dsp:txXfrm>
        <a:off x="3740534" y="2525243"/>
        <a:ext cx="3034531" cy="1820718"/>
      </dsp:txXfrm>
    </dsp:sp>
    <dsp:sp modelId="{BA1B5399-DC15-374F-AA1C-0EE1A53FEA5E}">
      <dsp:nvSpPr>
        <dsp:cNvPr id="0" name=""/>
        <dsp:cNvSpPr/>
      </dsp:nvSpPr>
      <dsp:spPr>
        <a:xfrm>
          <a:off x="7473007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Decision: Known vs Unknown</a:t>
          </a:r>
          <a:br>
            <a:rPr lang="en-US" sz="1600" b="1" kern="1200"/>
          </a:br>
          <a:r>
            <a:rPr lang="en-US" sz="1600" kern="1200"/>
            <a:t>If similarity &gt; 0.363 → Recognized (green box + name)</a:t>
          </a:r>
          <a:br>
            <a:rPr lang="en-US" sz="1600" kern="1200"/>
          </a:br>
          <a:r>
            <a:rPr lang="en-US" sz="1600" kern="1200"/>
            <a:t>If similarity ≤ 0.363 → Unknown (red box)</a:t>
          </a:r>
        </a:p>
      </dsp:txBody>
      <dsp:txXfrm>
        <a:off x="7473007" y="2525243"/>
        <a:ext cx="3034531" cy="1820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71D23-D552-4170-90D2-A60D7530124F}">
      <dsp:nvSpPr>
        <dsp:cNvPr id="0" name=""/>
        <dsp:cNvSpPr/>
      </dsp:nvSpPr>
      <dsp:spPr>
        <a:xfrm>
          <a:off x="0" y="256361"/>
          <a:ext cx="10515600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49936" rIns="81612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Raspberry Pi 4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Main computing unit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Pi Camera Module V2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8MP video capture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Power Supply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5V/3A USB-C adapter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Storage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32GB microSD card</a:t>
          </a:r>
        </a:p>
      </dsp:txBody>
      <dsp:txXfrm>
        <a:off x="0" y="256361"/>
        <a:ext cx="10515600" cy="1890000"/>
      </dsp:txXfrm>
    </dsp:sp>
    <dsp:sp modelId="{6614CD52-B81C-4F1C-B18E-9792AFC14FFB}">
      <dsp:nvSpPr>
        <dsp:cNvPr id="0" name=""/>
        <dsp:cNvSpPr/>
      </dsp:nvSpPr>
      <dsp:spPr>
        <a:xfrm>
          <a:off x="525780" y="79241"/>
          <a:ext cx="7360920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Hardware</a:t>
          </a:r>
          <a:endParaRPr lang="en-US" sz="1200" kern="1200"/>
        </a:p>
      </dsp:txBody>
      <dsp:txXfrm>
        <a:off x="543073" y="96534"/>
        <a:ext cx="7326334" cy="319654"/>
      </dsp:txXfrm>
    </dsp:sp>
    <dsp:sp modelId="{DAD0AADE-AE35-4063-8072-781D2A331225}">
      <dsp:nvSpPr>
        <dsp:cNvPr id="0" name=""/>
        <dsp:cNvSpPr/>
      </dsp:nvSpPr>
      <dsp:spPr>
        <a:xfrm>
          <a:off x="0" y="2388282"/>
          <a:ext cx="10515600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49936" rIns="81612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Raspberry Pi OS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Debian-Bookworm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Python 3.8+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Programming language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OpenCV 4.5+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Computer vision library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YuNet + SFace Models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Pre-trained ML models</a:t>
          </a:r>
        </a:p>
      </dsp:txBody>
      <dsp:txXfrm>
        <a:off x="0" y="2388282"/>
        <a:ext cx="10515600" cy="1890000"/>
      </dsp:txXfrm>
    </dsp:sp>
    <dsp:sp modelId="{2E1C4127-1648-4723-A911-FAAC7611BF1B}">
      <dsp:nvSpPr>
        <dsp:cNvPr id="0" name=""/>
        <dsp:cNvSpPr/>
      </dsp:nvSpPr>
      <dsp:spPr>
        <a:xfrm>
          <a:off x="525780" y="2211162"/>
          <a:ext cx="7360920" cy="3542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Software</a:t>
          </a:r>
          <a:endParaRPr lang="en-US" sz="1200" kern="1200"/>
        </a:p>
      </dsp:txBody>
      <dsp:txXfrm>
        <a:off x="543073" y="2228455"/>
        <a:ext cx="7326334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B2A2B-13B0-4CBC-BC68-90069DF7F5F2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4016A-931E-42A3-8D3C-C7B4FC6FB65F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1FD3D-C7BD-4C0B-B31E-45846450D81A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Real-Time Processing </a:t>
          </a:r>
          <a:r>
            <a:rPr lang="en-US" sz="1400" kern="1200" dirty="0"/>
            <a:t>Instant face detection and recognition with 15fps</a:t>
          </a:r>
        </a:p>
      </dsp:txBody>
      <dsp:txXfrm>
        <a:off x="1172126" y="908559"/>
        <a:ext cx="2114937" cy="897246"/>
      </dsp:txXfrm>
    </dsp:sp>
    <dsp:sp modelId="{D36B6033-DC26-46AF-AF30-C6E880A31CAB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E8733-7A2C-4F58-9844-498146C4EAB0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77BF0-527D-4B04-AC36-978BD8DD7CD4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Edge Computing </a:t>
          </a:r>
          <a:r>
            <a:rPr lang="en-US" sz="1400" kern="1200"/>
            <a:t>All processing done locally on Raspberry Pi - no cloud dependency</a:t>
          </a:r>
        </a:p>
      </dsp:txBody>
      <dsp:txXfrm>
        <a:off x="4745088" y="908559"/>
        <a:ext cx="2114937" cy="897246"/>
      </dsp:txXfrm>
    </dsp:sp>
    <dsp:sp modelId="{7F72C860-E967-4A1E-A57E-C59D4461B9D4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A3EF0-E6E8-4FB6-A636-F16843583F9A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8AB1A-0FA0-4E52-9F50-255765274C12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Privacy Focused </a:t>
          </a:r>
          <a:r>
            <a:rPr lang="en-US" sz="1400" kern="1200"/>
            <a:t>Face data never leaves the device - complete privacy protection</a:t>
          </a:r>
        </a:p>
      </dsp:txBody>
      <dsp:txXfrm>
        <a:off x="8318049" y="908559"/>
        <a:ext cx="2114937" cy="897246"/>
      </dsp:txXfrm>
    </dsp:sp>
    <dsp:sp modelId="{6A3F6373-E36F-4B5E-9449-A067ED73250B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AFE62-BB5E-4609-9F26-5F6165ADB27A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F696D-24F7-4BDD-B38D-1128C0B57967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Scalable Database </a:t>
          </a:r>
          <a:r>
            <a:rPr lang="en-US" sz="1400" kern="1200"/>
            <a:t>Easy to add new users - just capture &amp; extract features</a:t>
          </a:r>
        </a:p>
      </dsp:txBody>
      <dsp:txXfrm>
        <a:off x="1172126" y="2545532"/>
        <a:ext cx="2114937" cy="897246"/>
      </dsp:txXfrm>
    </dsp:sp>
    <dsp:sp modelId="{34B7C693-88A6-4475-B13E-A98050DAA725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C94E9-F62C-4535-9D70-5204A1E2C125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495D2-56A6-4263-88A2-000C2EC21F4F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Multi-Face Support </a:t>
          </a:r>
          <a:r>
            <a:rPr lang="en-US" sz="1400" kern="1200"/>
            <a:t>Detects and recognizes multiple faces simultaneously</a:t>
          </a:r>
        </a:p>
      </dsp:txBody>
      <dsp:txXfrm>
        <a:off x="4745088" y="2545532"/>
        <a:ext cx="2114937" cy="897246"/>
      </dsp:txXfrm>
    </dsp:sp>
    <dsp:sp modelId="{3CD90401-F9FE-48A9-93D2-087173E6481A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7DB8D-1D0E-4671-9D83-657941256481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4DA59-8C6D-4524-93F8-487CFC093D01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Confidence Scoring </a:t>
          </a:r>
          <a:r>
            <a:rPr lang="en-US" sz="1400" kern="1200" dirty="0"/>
            <a:t>Displays similarity score for each recognition</a:t>
          </a:r>
        </a:p>
      </dsp:txBody>
      <dsp:txXfrm>
        <a:off x="8318049" y="2545532"/>
        <a:ext cx="2114937" cy="8972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C4A1E-679D-8B4E-A96B-D3BFCA545C10}">
      <dsp:nvSpPr>
        <dsp:cNvPr id="0" name=""/>
        <dsp:cNvSpPr/>
      </dsp:nvSpPr>
      <dsp:spPr>
        <a:xfrm>
          <a:off x="1437" y="1306890"/>
          <a:ext cx="1170682" cy="3310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Challenge 1: Limited Computing</a:t>
          </a:r>
          <a:endParaRPr lang="en-US" sz="900" kern="1200"/>
        </a:p>
      </dsp:txBody>
      <dsp:txXfrm>
        <a:off x="1437" y="1306890"/>
        <a:ext cx="1170682" cy="331068"/>
      </dsp:txXfrm>
    </dsp:sp>
    <dsp:sp modelId="{C6935F35-207D-AC4C-95C7-35BA4AF73247}">
      <dsp:nvSpPr>
        <dsp:cNvPr id="0" name=""/>
        <dsp:cNvSpPr/>
      </dsp:nvSpPr>
      <dsp:spPr>
        <a:xfrm>
          <a:off x="1437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Raspberry Pi has limited CPU/RAM compared to cloud servers</a:t>
          </a:r>
        </a:p>
      </dsp:txBody>
      <dsp:txXfrm>
        <a:off x="1437" y="1637959"/>
        <a:ext cx="1170682" cy="1004026"/>
      </dsp:txXfrm>
    </dsp:sp>
    <dsp:sp modelId="{8B7C2543-3202-FC43-AB46-ECED4FFA6B55}">
      <dsp:nvSpPr>
        <dsp:cNvPr id="0" name=""/>
        <dsp:cNvSpPr/>
      </dsp:nvSpPr>
      <dsp:spPr>
        <a:xfrm>
          <a:off x="1336015" y="1306890"/>
          <a:ext cx="1170682" cy="331068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Solution 1</a:t>
          </a:r>
          <a:endParaRPr lang="en-US" sz="900" kern="1200"/>
        </a:p>
      </dsp:txBody>
      <dsp:txXfrm>
        <a:off x="1336015" y="1306890"/>
        <a:ext cx="1170682" cy="331068"/>
      </dsp:txXfrm>
    </dsp:sp>
    <dsp:sp modelId="{3604ACED-3021-F647-A29A-9BB6B51544F1}">
      <dsp:nvSpPr>
        <dsp:cNvPr id="0" name=""/>
        <dsp:cNvSpPr/>
      </dsp:nvSpPr>
      <dsp:spPr>
        <a:xfrm>
          <a:off x="1336015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962103"/>
            <a:satOff val="-8890"/>
            <a:lumOff val="-100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962103"/>
              <a:satOff val="-8890"/>
              <a:lumOff val="-10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Used lightweight models (YuNet + </a:t>
          </a:r>
          <a:r>
            <a:rPr lang="en-US" sz="900" kern="1200" dirty="0" err="1"/>
            <a:t>SFace</a:t>
          </a:r>
          <a:r>
            <a:rPr lang="en-US" sz="900" kern="1200" dirty="0"/>
            <a:t>) optimized for edge devices. Xception-39 is 200× lighter than traditional models.</a:t>
          </a:r>
        </a:p>
      </dsp:txBody>
      <dsp:txXfrm>
        <a:off x="1336015" y="1637959"/>
        <a:ext cx="1170682" cy="1004026"/>
      </dsp:txXfrm>
    </dsp:sp>
    <dsp:sp modelId="{92E7DBF4-A967-CF4C-873A-44EDE27E499A}">
      <dsp:nvSpPr>
        <dsp:cNvPr id="0" name=""/>
        <dsp:cNvSpPr/>
      </dsp:nvSpPr>
      <dsp:spPr>
        <a:xfrm>
          <a:off x="2670592" y="1306890"/>
          <a:ext cx="1170682" cy="331068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Challenge 2: Varying Face Scales</a:t>
          </a:r>
          <a:endParaRPr lang="en-US" sz="900" kern="1200"/>
        </a:p>
      </dsp:txBody>
      <dsp:txXfrm>
        <a:off x="2670592" y="1306890"/>
        <a:ext cx="1170682" cy="331068"/>
      </dsp:txXfrm>
    </dsp:sp>
    <dsp:sp modelId="{B8CF8B48-6C10-7645-9AFF-C71FC9F9373B}">
      <dsp:nvSpPr>
        <dsp:cNvPr id="0" name=""/>
        <dsp:cNvSpPr/>
      </dsp:nvSpPr>
      <dsp:spPr>
        <a:xfrm>
          <a:off x="2670592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1924205"/>
            <a:satOff val="-17781"/>
            <a:lumOff val="-200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924205"/>
              <a:satOff val="-17781"/>
              <a:lumOff val="-20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Faces can appear from 10px to 2000px depending on distance</a:t>
          </a:r>
        </a:p>
      </dsp:txBody>
      <dsp:txXfrm>
        <a:off x="2670592" y="1637959"/>
        <a:ext cx="1170682" cy="1004026"/>
      </dsp:txXfrm>
    </dsp:sp>
    <dsp:sp modelId="{E8F0CBC6-FCFF-6A46-9B9E-C53EFBBA29E6}">
      <dsp:nvSpPr>
        <dsp:cNvPr id="0" name=""/>
        <dsp:cNvSpPr/>
      </dsp:nvSpPr>
      <dsp:spPr>
        <a:xfrm>
          <a:off x="4005170" y="1306890"/>
          <a:ext cx="1170682" cy="331068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Solution 2</a:t>
          </a:r>
          <a:endParaRPr lang="en-US" sz="900" kern="1200"/>
        </a:p>
      </dsp:txBody>
      <dsp:txXfrm>
        <a:off x="4005170" y="1306890"/>
        <a:ext cx="1170682" cy="331068"/>
      </dsp:txXfrm>
    </dsp:sp>
    <dsp:sp modelId="{FFA8ACE3-37C1-7441-8D69-9C6448E65BAF}">
      <dsp:nvSpPr>
        <dsp:cNvPr id="0" name=""/>
        <dsp:cNvSpPr/>
      </dsp:nvSpPr>
      <dsp:spPr>
        <a:xfrm>
          <a:off x="4005170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2886308"/>
            <a:satOff val="-26671"/>
            <a:lumOff val="-30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886308"/>
              <a:satOff val="-26671"/>
              <a:lumOff val="-30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SFace's dual-branch architecture (anchor-based + anchor-free) handles all scales effectively.</a:t>
          </a:r>
        </a:p>
      </dsp:txBody>
      <dsp:txXfrm>
        <a:off x="4005170" y="1637959"/>
        <a:ext cx="1170682" cy="1004026"/>
      </dsp:txXfrm>
    </dsp:sp>
    <dsp:sp modelId="{A2A06A51-E28C-B64F-969A-AE16973D3F4A}">
      <dsp:nvSpPr>
        <dsp:cNvPr id="0" name=""/>
        <dsp:cNvSpPr/>
      </dsp:nvSpPr>
      <dsp:spPr>
        <a:xfrm>
          <a:off x="5339747" y="1306890"/>
          <a:ext cx="1170682" cy="331068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Challenge 3: Real-Time Performance</a:t>
          </a:r>
          <a:endParaRPr lang="en-US" sz="900" kern="1200"/>
        </a:p>
      </dsp:txBody>
      <dsp:txXfrm>
        <a:off x="5339747" y="1306890"/>
        <a:ext cx="1170682" cy="331068"/>
      </dsp:txXfrm>
    </dsp:sp>
    <dsp:sp modelId="{7A00DF82-2717-4B4A-8DFB-446CDA298AF5}">
      <dsp:nvSpPr>
        <dsp:cNvPr id="0" name=""/>
        <dsp:cNvSpPr/>
      </dsp:nvSpPr>
      <dsp:spPr>
        <a:xfrm>
          <a:off x="5339747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3848410"/>
            <a:satOff val="-35561"/>
            <a:lumOff val="-40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848410"/>
              <a:satOff val="-35561"/>
              <a:lumOff val="-40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Need to process video frames fast enough for smooth operation</a:t>
          </a:r>
        </a:p>
      </dsp:txBody>
      <dsp:txXfrm>
        <a:off x="5339747" y="1637959"/>
        <a:ext cx="1170682" cy="1004026"/>
      </dsp:txXfrm>
    </dsp:sp>
    <dsp:sp modelId="{B43AA07E-5A13-354D-94FE-31D37F304229}">
      <dsp:nvSpPr>
        <dsp:cNvPr id="0" name=""/>
        <dsp:cNvSpPr/>
      </dsp:nvSpPr>
      <dsp:spPr>
        <a:xfrm>
          <a:off x="6674325" y="1306890"/>
          <a:ext cx="1170682" cy="331068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Solution 3</a:t>
          </a:r>
          <a:endParaRPr lang="en-US" sz="900" kern="1200"/>
        </a:p>
      </dsp:txBody>
      <dsp:txXfrm>
        <a:off x="6674325" y="1306890"/>
        <a:ext cx="1170682" cy="331068"/>
      </dsp:txXfrm>
    </dsp:sp>
    <dsp:sp modelId="{C8DB81C3-2F84-154D-9F5E-2C03629449A0}">
      <dsp:nvSpPr>
        <dsp:cNvPr id="0" name=""/>
        <dsp:cNvSpPr/>
      </dsp:nvSpPr>
      <dsp:spPr>
        <a:xfrm>
          <a:off x="6674325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4810513"/>
            <a:satOff val="-44451"/>
            <a:lumOff val="-501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810513"/>
              <a:satOff val="-44451"/>
              <a:lumOff val="-50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Optimized pipeline with efficient FPN backbone achieves ~20 FPS on edge hardware.</a:t>
          </a:r>
        </a:p>
      </dsp:txBody>
      <dsp:txXfrm>
        <a:off x="6674325" y="1637959"/>
        <a:ext cx="1170682" cy="1004026"/>
      </dsp:txXfrm>
    </dsp:sp>
    <dsp:sp modelId="{4ED0285B-A507-0C49-A037-711FCD436B34}">
      <dsp:nvSpPr>
        <dsp:cNvPr id="0" name=""/>
        <dsp:cNvSpPr/>
      </dsp:nvSpPr>
      <dsp:spPr>
        <a:xfrm>
          <a:off x="8008902" y="1306890"/>
          <a:ext cx="1170682" cy="331068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Challenge 4: False Positives</a:t>
          </a:r>
          <a:endParaRPr lang="en-US" sz="900" kern="1200"/>
        </a:p>
      </dsp:txBody>
      <dsp:txXfrm>
        <a:off x="8008902" y="1306890"/>
        <a:ext cx="1170682" cy="331068"/>
      </dsp:txXfrm>
    </dsp:sp>
    <dsp:sp modelId="{283AA207-5F4C-A146-AA6A-3E919933597E}">
      <dsp:nvSpPr>
        <dsp:cNvPr id="0" name=""/>
        <dsp:cNvSpPr/>
      </dsp:nvSpPr>
      <dsp:spPr>
        <a:xfrm>
          <a:off x="8008902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5772616"/>
            <a:satOff val="-53342"/>
            <a:lumOff val="-601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772616"/>
              <a:satOff val="-53342"/>
              <a:lumOff val="-60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Risk of incorrectly identifying strangers as known users</a:t>
          </a:r>
        </a:p>
      </dsp:txBody>
      <dsp:txXfrm>
        <a:off x="8008902" y="1637959"/>
        <a:ext cx="1170682" cy="1004026"/>
      </dsp:txXfrm>
    </dsp:sp>
    <dsp:sp modelId="{BB380796-C72A-2248-840D-947B1E744E43}">
      <dsp:nvSpPr>
        <dsp:cNvPr id="0" name=""/>
        <dsp:cNvSpPr/>
      </dsp:nvSpPr>
      <dsp:spPr>
        <a:xfrm>
          <a:off x="9343480" y="1306890"/>
          <a:ext cx="1170682" cy="33106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Solution 4</a:t>
          </a:r>
          <a:endParaRPr lang="en-US" sz="900" kern="1200"/>
        </a:p>
      </dsp:txBody>
      <dsp:txXfrm>
        <a:off x="9343480" y="1306890"/>
        <a:ext cx="1170682" cy="331068"/>
      </dsp:txXfrm>
    </dsp:sp>
    <dsp:sp modelId="{82324E89-000F-F447-B14D-DCE157168FFC}">
      <dsp:nvSpPr>
        <dsp:cNvPr id="0" name=""/>
        <dsp:cNvSpPr/>
      </dsp:nvSpPr>
      <dsp:spPr>
        <a:xfrm>
          <a:off x="9343480" y="1637959"/>
          <a:ext cx="1170682" cy="100402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Carefully tuned similarity threshold (0.363) balances accuracy and false positive rate.</a:t>
          </a:r>
        </a:p>
      </dsp:txBody>
      <dsp:txXfrm>
        <a:off x="9343480" y="1637959"/>
        <a:ext cx="1170682" cy="10040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08CD9-E1C7-481C-8296-C809AC8D2E44}">
      <dsp:nvSpPr>
        <dsp:cNvPr id="0" name=""/>
        <dsp:cNvSpPr/>
      </dsp:nvSpPr>
      <dsp:spPr>
        <a:xfrm>
          <a:off x="561241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F49D6-BB0D-47E2-B4D6-FF9D726D10AA}">
      <dsp:nvSpPr>
        <dsp:cNvPr id="0" name=""/>
        <dsp:cNvSpPr/>
      </dsp:nvSpPr>
      <dsp:spPr>
        <a:xfrm>
          <a:off x="749538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0690E-FA63-4ACC-86D9-AB7FD35E4106}">
      <dsp:nvSpPr>
        <dsp:cNvPr id="0" name=""/>
        <dsp:cNvSpPr/>
      </dsp:nvSpPr>
      <dsp:spPr>
        <a:xfrm>
          <a:off x="278796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Mobile Notifications </a:t>
          </a:r>
          <a:r>
            <a:rPr lang="en-US" sz="1100" kern="1200"/>
            <a:t>Push alerts to smartphone when visitor detected (MQTT/Firebase)</a:t>
          </a:r>
        </a:p>
      </dsp:txBody>
      <dsp:txXfrm>
        <a:off x="278796" y="1159691"/>
        <a:ext cx="1448437" cy="633691"/>
      </dsp:txXfrm>
    </dsp:sp>
    <dsp:sp modelId="{D9CBA133-8C6C-446A-B6A3-EE8FD77DB458}">
      <dsp:nvSpPr>
        <dsp:cNvPr id="0" name=""/>
        <dsp:cNvSpPr/>
      </dsp:nvSpPr>
      <dsp:spPr>
        <a:xfrm>
          <a:off x="2263155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ACA9B-0629-48DC-9982-D37116766777}">
      <dsp:nvSpPr>
        <dsp:cNvPr id="0" name=""/>
        <dsp:cNvSpPr/>
      </dsp:nvSpPr>
      <dsp:spPr>
        <a:xfrm>
          <a:off x="2451452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D5B25-C32B-4AC7-8523-AD6FA8233387}">
      <dsp:nvSpPr>
        <dsp:cNvPr id="0" name=""/>
        <dsp:cNvSpPr/>
      </dsp:nvSpPr>
      <dsp:spPr>
        <a:xfrm>
          <a:off x="1980710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Voice Announcements </a:t>
          </a:r>
          <a:r>
            <a:rPr lang="en-US" sz="1100" kern="1200"/>
            <a:t>Text-to-speech to announce visitor names via speaker</a:t>
          </a:r>
        </a:p>
      </dsp:txBody>
      <dsp:txXfrm>
        <a:off x="1980710" y="1159691"/>
        <a:ext cx="1448437" cy="633691"/>
      </dsp:txXfrm>
    </dsp:sp>
    <dsp:sp modelId="{2955ADB9-93C6-4C9B-ABFD-B27FAA7685BC}">
      <dsp:nvSpPr>
        <dsp:cNvPr id="0" name=""/>
        <dsp:cNvSpPr/>
      </dsp:nvSpPr>
      <dsp:spPr>
        <a:xfrm>
          <a:off x="3965069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2934D-BB64-4CAF-A349-A9946477C27C}">
      <dsp:nvSpPr>
        <dsp:cNvPr id="0" name=""/>
        <dsp:cNvSpPr/>
      </dsp:nvSpPr>
      <dsp:spPr>
        <a:xfrm>
          <a:off x="4153366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94931-F309-4E35-BDEE-8C219109C460}">
      <dsp:nvSpPr>
        <dsp:cNvPr id="0" name=""/>
        <dsp:cNvSpPr/>
      </dsp:nvSpPr>
      <dsp:spPr>
        <a:xfrm>
          <a:off x="3682624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Delivery Person Detection </a:t>
          </a:r>
          <a:r>
            <a:rPr lang="en-US" sz="1100" kern="1200" dirty="0"/>
            <a:t>Train classifier to identify pizza/package delivery uniforms</a:t>
          </a:r>
        </a:p>
      </dsp:txBody>
      <dsp:txXfrm>
        <a:off x="3682624" y="1159691"/>
        <a:ext cx="1448437" cy="633691"/>
      </dsp:txXfrm>
    </dsp:sp>
    <dsp:sp modelId="{09A88F7C-286A-435E-8AD4-FDD8EFDC91C8}">
      <dsp:nvSpPr>
        <dsp:cNvPr id="0" name=""/>
        <dsp:cNvSpPr/>
      </dsp:nvSpPr>
      <dsp:spPr>
        <a:xfrm>
          <a:off x="5666983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814EB-A612-4205-91F1-83BBD7BFE32F}">
      <dsp:nvSpPr>
        <dsp:cNvPr id="0" name=""/>
        <dsp:cNvSpPr/>
      </dsp:nvSpPr>
      <dsp:spPr>
        <a:xfrm>
          <a:off x="5855280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CCFDB-4CB9-4882-964E-88A6F97C403C}">
      <dsp:nvSpPr>
        <dsp:cNvPr id="0" name=""/>
        <dsp:cNvSpPr/>
      </dsp:nvSpPr>
      <dsp:spPr>
        <a:xfrm>
          <a:off x="5384538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Event Logging &amp; Database </a:t>
          </a:r>
          <a:r>
            <a:rPr lang="en-US" sz="1100" kern="1200"/>
            <a:t>Store timestamps, images, and visitor history in SQLite</a:t>
          </a:r>
        </a:p>
      </dsp:txBody>
      <dsp:txXfrm>
        <a:off x="5384538" y="1159691"/>
        <a:ext cx="1448437" cy="633691"/>
      </dsp:txXfrm>
    </dsp:sp>
    <dsp:sp modelId="{25BCC576-597E-4298-B67D-17841AE1D60C}">
      <dsp:nvSpPr>
        <dsp:cNvPr id="0" name=""/>
        <dsp:cNvSpPr/>
      </dsp:nvSpPr>
      <dsp:spPr>
        <a:xfrm>
          <a:off x="7368897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47732-C8B3-4F79-A751-22C0B587917F}">
      <dsp:nvSpPr>
        <dsp:cNvPr id="0" name=""/>
        <dsp:cNvSpPr/>
      </dsp:nvSpPr>
      <dsp:spPr>
        <a:xfrm>
          <a:off x="7557194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EBBDF-97B1-469E-8AA6-4A13C1EE391B}">
      <dsp:nvSpPr>
        <dsp:cNvPr id="0" name=""/>
        <dsp:cNvSpPr/>
      </dsp:nvSpPr>
      <dsp:spPr>
        <a:xfrm>
          <a:off x="7086452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Night Vision Support </a:t>
          </a:r>
          <a:r>
            <a:rPr lang="en-US" sz="1100" kern="1200"/>
            <a:t>Add IR camera module for low-light/nighttime operation</a:t>
          </a:r>
        </a:p>
      </dsp:txBody>
      <dsp:txXfrm>
        <a:off x="7086452" y="1159691"/>
        <a:ext cx="1448437" cy="633691"/>
      </dsp:txXfrm>
    </dsp:sp>
    <dsp:sp modelId="{9B6E06A3-4E1E-4E43-B7F7-9E9279FFE4ED}">
      <dsp:nvSpPr>
        <dsp:cNvPr id="0" name=""/>
        <dsp:cNvSpPr/>
      </dsp:nvSpPr>
      <dsp:spPr>
        <a:xfrm>
          <a:off x="9070811" y="941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AB25B-C348-4EFF-A642-E253ADE51457}">
      <dsp:nvSpPr>
        <dsp:cNvPr id="0" name=""/>
        <dsp:cNvSpPr/>
      </dsp:nvSpPr>
      <dsp:spPr>
        <a:xfrm>
          <a:off x="9259108" y="189238"/>
          <a:ext cx="506953" cy="5069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4B0F8-1773-45DC-B4FC-48117E28FBF8}">
      <dsp:nvSpPr>
        <dsp:cNvPr id="0" name=""/>
        <dsp:cNvSpPr/>
      </dsp:nvSpPr>
      <dsp:spPr>
        <a:xfrm>
          <a:off x="8788366" y="1159691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Two-Way Audio </a:t>
          </a:r>
          <a:r>
            <a:rPr lang="en-US" sz="1100" kern="1200"/>
            <a:t>Enable communication between homeowner and visitor</a:t>
          </a:r>
        </a:p>
      </dsp:txBody>
      <dsp:txXfrm>
        <a:off x="8788366" y="1159691"/>
        <a:ext cx="1448437" cy="633691"/>
      </dsp:txXfrm>
    </dsp:sp>
    <dsp:sp modelId="{36F3B523-2AA8-4339-996C-F4066AD91CA5}">
      <dsp:nvSpPr>
        <dsp:cNvPr id="0" name=""/>
        <dsp:cNvSpPr/>
      </dsp:nvSpPr>
      <dsp:spPr>
        <a:xfrm>
          <a:off x="3965069" y="2155492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979A2-5843-4DC6-A336-A9B76C09FBD4}">
      <dsp:nvSpPr>
        <dsp:cNvPr id="0" name=""/>
        <dsp:cNvSpPr/>
      </dsp:nvSpPr>
      <dsp:spPr>
        <a:xfrm>
          <a:off x="4153366" y="2343789"/>
          <a:ext cx="506953" cy="50695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41A07-CF40-411A-A155-977BE81F1C39}">
      <dsp:nvSpPr>
        <dsp:cNvPr id="0" name=""/>
        <dsp:cNvSpPr/>
      </dsp:nvSpPr>
      <dsp:spPr>
        <a:xfrm>
          <a:off x="3682624" y="3314242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Web Dashboard </a:t>
          </a:r>
          <a:r>
            <a:rPr lang="en-US" sz="1100" kern="1200"/>
            <a:t>Remote monitoring interface with live feed and visitor logs</a:t>
          </a:r>
        </a:p>
      </dsp:txBody>
      <dsp:txXfrm>
        <a:off x="3682624" y="3314242"/>
        <a:ext cx="1448437" cy="633691"/>
      </dsp:txXfrm>
    </dsp:sp>
    <dsp:sp modelId="{DDCEB8A4-67DE-4B93-BFF6-B5D4E8C439DE}">
      <dsp:nvSpPr>
        <dsp:cNvPr id="0" name=""/>
        <dsp:cNvSpPr/>
      </dsp:nvSpPr>
      <dsp:spPr>
        <a:xfrm>
          <a:off x="5666983" y="2155492"/>
          <a:ext cx="883546" cy="88354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82806-A906-4A1E-A30E-732E826834ED}">
      <dsp:nvSpPr>
        <dsp:cNvPr id="0" name=""/>
        <dsp:cNvSpPr/>
      </dsp:nvSpPr>
      <dsp:spPr>
        <a:xfrm>
          <a:off x="5855280" y="2343789"/>
          <a:ext cx="506953" cy="50695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96C97-F1B0-4026-BF60-3C79FB863574}">
      <dsp:nvSpPr>
        <dsp:cNvPr id="0" name=""/>
        <dsp:cNvSpPr/>
      </dsp:nvSpPr>
      <dsp:spPr>
        <a:xfrm>
          <a:off x="5384538" y="3314242"/>
          <a:ext cx="1448437" cy="63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Smart Home Integration </a:t>
          </a:r>
          <a:r>
            <a:rPr lang="en-US" sz="1100" kern="1200"/>
            <a:t>Connect with Home Assistant, Google Home, or Alexa</a:t>
          </a:r>
        </a:p>
      </dsp:txBody>
      <dsp:txXfrm>
        <a:off x="5384538" y="3314242"/>
        <a:ext cx="1448437" cy="633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1DC3F-E796-A54D-9C6D-F3FBD2AFD2E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EE2C1-78DE-3044-9E58-4A39032B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2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EE2C1-78DE-3044-9E58-4A39032B01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5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B273-DD75-6CA4-9491-FDFEB7640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A35D3-D520-618C-7C8A-BCF2A04D7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C90D0-B360-1345-DF2D-857F2D6C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B45B-1256-5E8B-BBA7-CD01A70F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9390-1430-7E31-DE7C-46701760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5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0223-CBEF-EB8D-3E7E-24221A26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6B510-6974-E327-84FE-DEF661548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B0A2E-015B-748B-E74F-E1FC5DB5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52FDE-F861-F577-6460-91EA3163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28A2-57FE-D70F-8C1F-B594748A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7ABE-578B-163C-BC5A-2992EA6F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26A30-C737-0EA3-A52F-80F2B69BE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D15C-AEF2-A920-6638-23BAE32F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C42C9-9098-4E0D-74DA-B385951E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5B7A-D6A8-0512-8F06-037F8820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5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E88B-A371-C342-0DF9-6AD09581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EF988-604D-C748-1656-A2FE9DD72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3F06F-FCF4-69BE-4EA6-209317547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6B48F-2767-7F00-8548-6F4B12C3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6043C-1B98-580F-6B53-E2EF7CCC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6C78-B79E-2872-7A3C-F47ED5D7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0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57DD-0BB7-98CA-63B3-A9CF2B95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6F00B-14B9-A18E-CF62-751DAAAD0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836E1-994D-570C-4ED8-6834D8D63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7B72F-8A2F-5018-77F7-694522E06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856B0-731E-8C99-9B19-01725DAE3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5FAC4-B0C5-95E6-BA47-A4CE64D1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7B750-481B-87F5-992B-DDAFD448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2B893-50E1-A852-8B6D-54E7B9B8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1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EAD7-3FCF-FE51-B91F-37EF8152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16859-8107-5666-A25C-8329E5EA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BDF34-BC35-B51B-4C1A-8C60F7D9F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E4997-359D-54B6-12D8-7A84FEF0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8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23DFE-C764-3F89-A28C-77E33773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AB96A-3F58-5A64-B1A0-E3E41F0D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24CF9-87A5-F5F4-DCAB-D114FED3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3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0F3C-C81D-E8B4-A946-4BD9C601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A364-A256-A5FD-EF94-E0DED707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56769-0E87-0B16-9D30-ABAB32579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A85C2-F552-F6FB-5CE1-5D80C333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10099-0F49-E36A-D734-0F9D8A3E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40255-465A-39F1-0EAA-CFA6918C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0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2831-89ED-BE01-F764-456F53FC8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A76AD-6B56-A09C-13EC-E0CE8A25E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4CDFE-6387-A595-E911-85661B8A8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4E93C-4CFF-CFBF-D0AB-F29DA5AF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24AE2-D612-4648-9537-FAE39072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C8211-FA61-A2AD-18D8-AF3A0EB2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1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7AAF-4DDF-B4CE-033A-A77DAFA9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8DE3A-AB83-53E0-6DF0-A03ED0D39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91CF6-8F28-F0D9-B62C-B26F0713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9FC4-7BE6-EBB9-C5BB-5E48BA9F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7ACFA-C649-67E0-0F2D-58F821C2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9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D7458-F8EE-3038-C9DF-14043AFCF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D1E78-B48E-46A1-8B91-646119191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A189-F357-D3FA-2885-463BD1B8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23205-AA4B-EC87-7C68-B493548E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5C0FF-62F1-E02A-4C08-72DD97C2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4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B88F8-63C0-24AB-F5FC-CCB47071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DF27B-B8ED-4C38-C457-9366B3414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6369-24F2-2B45-FC2F-A7D63B40E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70786-0723-7D49-8E0C-4B586753737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64952-719E-1376-760D-4DA0BE79F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FFEC3-6135-F6A5-A94E-F31B0329B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9CBA6-B05D-6647-A972-B69F5E3E6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3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F279B-277A-F8ED-23DE-1380D062D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Smart Doorbell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C24B1-8570-83E6-913C-B7AA6A2C3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Raspberry Pi + Machine Learning</a:t>
            </a:r>
          </a:p>
          <a:p>
            <a:pPr algn="l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D0F97631-C341-1CF9-12CE-0D9B709B5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1E035-CCF2-72A4-2382-1B7ACB0D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Challenge: Traditional doorbells only alert homeowners of visitors but provide no identification or context about who is at the door.</a:t>
            </a:r>
          </a:p>
        </p:txBody>
      </p:sp>
      <p:graphicFrame>
        <p:nvGraphicFramePr>
          <p:cNvPr id="21" name="TextBox 4">
            <a:extLst>
              <a:ext uri="{FF2B5EF4-FFF2-40B4-BE49-F238E27FC236}">
                <a16:creationId xmlns:a16="http://schemas.microsoft.com/office/drawing/2014/main" id="{39657686-7F00-7FE6-FFDD-52CB973410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8023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564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9EEC5-2B6A-06A1-4A95-B75B2FC2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Primary Goal: Deploying a lightweight ML-based (</a:t>
            </a:r>
            <a:r>
              <a:rPr lang="en-US" sz="19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YuNet+Sface</a:t>
            </a:r>
            <a: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recognition system) on Raspberry Pi that can identify known household members and detect unknown visitors in real-time.</a:t>
            </a:r>
            <a:br>
              <a:rPr lang="en-US" sz="1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6CE3603F-B274-BF09-3ECA-1A8D8C19AD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0777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98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99D2D-1BDA-682C-94F6-397CBDE5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6A5974-C6BA-48A8-DF15-6F6AACF60F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1081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563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F61F4-6274-C734-EE43-698D0C54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297FD84-6311-8F20-F67C-0324F1D7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291C7-EA15-9781-C844-FD7AA954E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B2B12C-A34B-FAD7-8BE3-9624B80DC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475704-FE45-83F2-6CDA-86F7CE301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9688A-C6A5-E700-F268-CC162B9D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92555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Real-Time Recognition Pipeline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93AAF-C64D-2D46-0A4E-26B1953CCCC8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5B0C5-B8AA-2904-5080-6093704FBAD0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2AB0648-8672-3FAC-B846-50D21716B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01557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81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E233D-66DC-C31A-FDA7-B1768783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Why Yunet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1C7C11-69F2-B131-1306-07E1ADC1DC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41205"/>
              </p:ext>
            </p:extLst>
          </p:nvPr>
        </p:nvGraphicFramePr>
        <p:xfrm>
          <a:off x="838200" y="1908734"/>
          <a:ext cx="10515601" cy="4545705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261021">
                  <a:extLst>
                    <a:ext uri="{9D8B030D-6E8A-4147-A177-3AD203B41FA5}">
                      <a16:colId xmlns:a16="http://schemas.microsoft.com/office/drawing/2014/main" val="2514292460"/>
                    </a:ext>
                  </a:extLst>
                </a:gridCol>
                <a:gridCol w="3021953">
                  <a:extLst>
                    <a:ext uri="{9D8B030D-6E8A-4147-A177-3AD203B41FA5}">
                      <a16:colId xmlns:a16="http://schemas.microsoft.com/office/drawing/2014/main" val="925016951"/>
                    </a:ext>
                  </a:extLst>
                </a:gridCol>
                <a:gridCol w="2522398">
                  <a:extLst>
                    <a:ext uri="{9D8B030D-6E8A-4147-A177-3AD203B41FA5}">
                      <a16:colId xmlns:a16="http://schemas.microsoft.com/office/drawing/2014/main" val="3865031591"/>
                    </a:ext>
                  </a:extLst>
                </a:gridCol>
                <a:gridCol w="3710229">
                  <a:extLst>
                    <a:ext uri="{9D8B030D-6E8A-4147-A177-3AD203B41FA5}">
                      <a16:colId xmlns:a16="http://schemas.microsoft.com/office/drawing/2014/main" val="3994551324"/>
                    </a:ext>
                  </a:extLst>
                </a:gridCol>
              </a:tblGrid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What It Means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YuNet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Compared to Other Detectors (e.g., RetinaFace-ResNet50 / SCRFD-0.5g)</a:t>
                      </a:r>
                      <a:endParaRPr lang="en-US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08322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Model Size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Number of learnable parameters → affects memory use + loading speed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75K parameters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 → extremely tiny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RetinaFace-ResNet50 ≈ </a:t>
                      </a: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27M params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, SCRFD-0.5g ≈ </a:t>
                      </a: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631K params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 → 10×–350× larger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307120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FLOPs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Total operations per inference → determines compute cost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149M FLOPs</a:t>
                      </a: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 @320×320 → very low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RetinaFace-ResNet50 ≈ </a:t>
                      </a: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11 GFLOPs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, SCRFD-10g ≈ </a:t>
                      </a: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3.3 GFLOPs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 → YuNet is 20×–70× lighter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67027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Inference Speed (CPU)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Time taken per frame → critical for real-time performance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2–11 ms</a:t>
                      </a: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 depending on resolution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RetinaFace on CPU: </a:t>
                      </a: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50–230 ms</a:t>
                      </a: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; SCRFD-0.5g: </a:t>
                      </a: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3–18 ms</a:t>
                      </a: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 → YuNet is much faster, especially at higher resolutions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373152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Backbone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Feature extraction network determining accuracy + weight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Custom </a:t>
                      </a:r>
                      <a:r>
                        <a:rPr lang="en-IN" sz="900" cap="none" spc="0" dirty="0" err="1">
                          <a:solidFill>
                            <a:schemeClr val="bg1"/>
                          </a:solidFill>
                        </a:rPr>
                        <a:t>DWConv</a:t>
                      </a: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-based tiny backbone(12layers)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 uses </a:t>
                      </a:r>
                      <a:r>
                        <a:rPr lang="en-US" sz="900" b="1" cap="none" spc="0" dirty="0">
                          <a:solidFill>
                            <a:schemeClr val="bg1"/>
                          </a:solidFill>
                        </a:rPr>
                        <a:t>ResNet50 (50+ layers)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; SCRFD uses heavier CNN blocks → YuNet is far simpler and lighter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06989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Multi-Scale Feature Fusion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How the network handles large vs small faces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 dirty="0">
                          <a:solidFill>
                            <a:schemeClr val="bg1"/>
                          </a:solidFill>
                        </a:rPr>
                        <a:t>TFPN (Tiny Feature Pyramid Network)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; </a:t>
                      </a:r>
                      <a:r>
                        <a:rPr lang="en-US" sz="900" cap="none" spc="0" dirty="0" err="1">
                          <a:solidFill>
                            <a:schemeClr val="bg1"/>
                          </a:solidFill>
                        </a:rPr>
                        <a:t>DWConv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-based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 FPN uses full convolutions → heavy; YOLO5Face uses PAN → even heavier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506922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Detection Type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Strategy used to predict boxes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 dirty="0">
                          <a:solidFill>
                            <a:schemeClr val="bg1"/>
                          </a:solidFill>
                        </a:rPr>
                        <a:t>Anchor-free</a:t>
                      </a: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, direct regression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RetinaFace, SCRFD, YOLO → </a:t>
                      </a: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anchor-based</a:t>
                      </a: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 → require anchor tuning &amp; more post-processing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879851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Small-Face Accuracy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Ability to detect &lt;20 px faces (critical in WIDER FACE Hard)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 dirty="0">
                          <a:solidFill>
                            <a:schemeClr val="bg1"/>
                          </a:solidFill>
                        </a:rPr>
                        <a:t>Strong performance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 (AP Hard ≈ 0.81) due to emphasis on shallow layers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RetinaFace-R50 ≈ 0.85 AP Hard but </a:t>
                      </a:r>
                      <a:r>
                        <a:rPr lang="en-US" sz="900" b="1" cap="none" spc="0" dirty="0">
                          <a:solidFill>
                            <a:schemeClr val="bg1"/>
                          </a:solidFill>
                        </a:rPr>
                        <a:t>much larger and slower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; SCRFD-0.5g ≈ 0.68 (smaller version)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99463"/>
                  </a:ext>
                </a:extLst>
              </a:tr>
              <a:tr h="274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Memory Footprint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RAM usage during inference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&lt; </a:t>
                      </a:r>
                      <a:r>
                        <a:rPr lang="en-IN" sz="900" b="1" cap="none" spc="0" dirty="0">
                          <a:solidFill>
                            <a:schemeClr val="bg1"/>
                          </a:solidFill>
                        </a:rPr>
                        <a:t>1.5 MB</a:t>
                      </a: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 total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RetinaFace-ResNet50 uses </a:t>
                      </a:r>
                      <a:r>
                        <a:rPr lang="en-IN" sz="900" b="1" cap="none" spc="0" dirty="0">
                          <a:solidFill>
                            <a:schemeClr val="bg1"/>
                          </a:solidFill>
                        </a:rPr>
                        <a:t>100–200 MB</a:t>
                      </a: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 models + activations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10681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Deployment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>
                          <a:solidFill>
                            <a:schemeClr val="bg1"/>
                          </a:solidFill>
                        </a:rPr>
                        <a:t>Usability on edge hardware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cap="none" spc="0">
                          <a:solidFill>
                            <a:schemeClr val="bg1"/>
                          </a:solidFill>
                        </a:rPr>
                        <a:t>Fits easily on Raspberry Pi / IoT / CPU-only devices</a:t>
                      </a:r>
                      <a:endParaRPr lang="en-US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US" sz="900" cap="none" spc="0" dirty="0">
                          <a:solidFill>
                            <a:schemeClr val="bg1"/>
                          </a:solidFill>
                        </a:rPr>
                        <a:t>/SCRFD often require GPU/optimized CPU kernels for real-time performance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67145"/>
                  </a:ext>
                </a:extLst>
              </a:tr>
              <a:tr h="427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cap="none" spc="0">
                          <a:solidFill>
                            <a:schemeClr val="bg1"/>
                          </a:solidFill>
                        </a:rPr>
                        <a:t>Training Sensitivity</a:t>
                      </a:r>
                      <a:endParaRPr lang="en-IN" sz="9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8696" marR="11727" marT="37459" marB="37459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bg1"/>
                          </a:solidFill>
                        </a:rPr>
                        <a:t>Sensitivity to data scaling, augmentation, distribution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cap="none" spc="0" dirty="0">
                          <a:solidFill>
                            <a:schemeClr val="bg1"/>
                          </a:solidFill>
                        </a:rPr>
                        <a:t>Uses </a:t>
                      </a:r>
                      <a:r>
                        <a:rPr lang="fr-FR" sz="900" b="1" cap="none" spc="0" dirty="0">
                          <a:solidFill>
                            <a:schemeClr val="bg1"/>
                          </a:solidFill>
                        </a:rPr>
                        <a:t>distribution-</a:t>
                      </a:r>
                      <a:r>
                        <a:rPr lang="fr-FR" sz="900" b="1" cap="none" spc="0" dirty="0" err="1">
                          <a:solidFill>
                            <a:schemeClr val="bg1"/>
                          </a:solidFill>
                        </a:rPr>
                        <a:t>aware</a:t>
                      </a:r>
                      <a:r>
                        <a:rPr lang="fr-FR" sz="900" cap="none" spc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sz="900" cap="none" spc="0" dirty="0" err="1">
                          <a:solidFill>
                            <a:schemeClr val="bg1"/>
                          </a:solidFill>
                        </a:rPr>
                        <a:t>scale</a:t>
                      </a:r>
                      <a:r>
                        <a:rPr lang="fr-FR" sz="900" cap="none" spc="0" dirty="0">
                          <a:solidFill>
                            <a:schemeClr val="bg1"/>
                          </a:solidFill>
                        </a:rPr>
                        <a:t> augmentation → stable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cap="none" spc="0" dirty="0">
                          <a:solidFill>
                            <a:schemeClr val="bg1"/>
                          </a:solidFill>
                        </a:rPr>
                        <a:t>Large models require massive datasets + careful augmentation to stay stable</a:t>
                      </a:r>
                    </a:p>
                  </a:txBody>
                  <a:tcPr marL="48696" marR="11727" marT="37459" marB="3745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388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2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73D4A-F8DE-4A3C-B6F7-917FDE39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Why SFace</a:t>
            </a:r>
            <a:endParaRPr lang="en-IN" sz="4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FF829B-B7F2-87D4-B8C6-0BE3CB45D8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296030"/>
              </p:ext>
            </p:extLst>
          </p:nvPr>
        </p:nvGraphicFramePr>
        <p:xfrm>
          <a:off x="838200" y="1746202"/>
          <a:ext cx="10506457" cy="4675149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1714742">
                  <a:extLst>
                    <a:ext uri="{9D8B030D-6E8A-4147-A177-3AD203B41FA5}">
                      <a16:colId xmlns:a16="http://schemas.microsoft.com/office/drawing/2014/main" val="188841869"/>
                    </a:ext>
                  </a:extLst>
                </a:gridCol>
                <a:gridCol w="2301480">
                  <a:extLst>
                    <a:ext uri="{9D8B030D-6E8A-4147-A177-3AD203B41FA5}">
                      <a16:colId xmlns:a16="http://schemas.microsoft.com/office/drawing/2014/main" val="3878658705"/>
                    </a:ext>
                  </a:extLst>
                </a:gridCol>
                <a:gridCol w="2817361">
                  <a:extLst>
                    <a:ext uri="{9D8B030D-6E8A-4147-A177-3AD203B41FA5}">
                      <a16:colId xmlns:a16="http://schemas.microsoft.com/office/drawing/2014/main" val="955688688"/>
                    </a:ext>
                  </a:extLst>
                </a:gridCol>
                <a:gridCol w="3672874">
                  <a:extLst>
                    <a:ext uri="{9D8B030D-6E8A-4147-A177-3AD203B41FA5}">
                      <a16:colId xmlns:a16="http://schemas.microsoft.com/office/drawing/2014/main" val="2085222805"/>
                    </a:ext>
                  </a:extLst>
                </a:gridCol>
              </a:tblGrid>
              <a:tr h="59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Meaning / Why It Matters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SFace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</a:rPr>
                        <a:t>Compared to RetinaFace (Anchor-based) / UnitBox (Anchor-free)</a:t>
                      </a:r>
                      <a:endParaRPr lang="en-US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15662"/>
                  </a:ext>
                </a:extLst>
              </a:tr>
              <a:tr h="59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Scale Handling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Ability to detect tiny → extremely large faces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 dirty="0">
                          <a:solidFill>
                            <a:schemeClr val="bg1"/>
                          </a:solidFill>
                        </a:rPr>
                        <a:t>Hybrid:</a:t>
                      </a: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 anchor-based + anchor-free → full-scale coverage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RetinaFace: good small/medium, weak on huge faces; UnitBox: handles huge faces but weaker precision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44794"/>
                  </a:ext>
                </a:extLst>
              </a:tr>
              <a:tr h="59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Architecture Type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How faces are detected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Two-branch system</a:t>
                      </a: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 (anchor-based + anchor-free)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RetinaFace: anchor-only; UnitBox: anchor-free only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11833"/>
                  </a:ext>
                </a:extLst>
              </a:tr>
              <a:tr h="421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Backbone Efficiency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Computation needed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 dirty="0">
                          <a:solidFill>
                            <a:schemeClr val="bg1"/>
                          </a:solidFill>
                        </a:rPr>
                        <a:t>Xception-39 → 39M FLOPs</a:t>
                      </a: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 (very lightweight)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RetinaFace uses ResNet50 (~7.6 GFLOPs) → ~200× heavier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447929"/>
                  </a:ext>
                </a:extLst>
              </a:tr>
              <a:tr h="59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Bounding Box Regression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Quality of localization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 dirty="0">
                          <a:solidFill>
                            <a:schemeClr val="bg1"/>
                          </a:solidFill>
                        </a:rPr>
                        <a:t>IOU Loss</a:t>
                      </a:r>
                      <a:r>
                        <a:rPr lang="en-IN" sz="1000" cap="none" spc="0" dirty="0">
                          <a:solidFill>
                            <a:schemeClr val="bg1"/>
                          </a:solidFill>
                        </a:rPr>
                        <a:t> → scale-invariant, robust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RetinaFace uses Smooth L1 → less stable for large-scale variation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926456"/>
                  </a:ext>
                </a:extLst>
              </a:tr>
              <a:tr h="598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Confidence Score Meaning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How reliable the detection score is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 dirty="0">
                          <a:solidFill>
                            <a:schemeClr val="bg1"/>
                          </a:solidFill>
                        </a:rPr>
                        <a:t>Score = predicted IOU</a:t>
                      </a: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 → directly tied to box accuracy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 score = class probability → not linked to localization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22295"/>
                  </a:ext>
                </a:extLst>
              </a:tr>
              <a:tr h="421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Speed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Real-time capability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 dirty="0">
                          <a:solidFill>
                            <a:schemeClr val="bg1"/>
                          </a:solidFill>
                        </a:rPr>
                        <a:t>~50 FPS</a:t>
                      </a:r>
                      <a:endParaRPr lang="en-IN" sz="1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IN" sz="1000" cap="none" spc="0" dirty="0">
                          <a:solidFill>
                            <a:schemeClr val="bg1"/>
                          </a:solidFill>
                        </a:rPr>
                        <a:t> ~5–8 FPS; </a:t>
                      </a:r>
                      <a:r>
                        <a:rPr lang="en-IN" sz="1000" cap="none" spc="0" dirty="0" err="1">
                          <a:solidFill>
                            <a:schemeClr val="bg1"/>
                          </a:solidFill>
                        </a:rPr>
                        <a:t>UnitBox</a:t>
                      </a:r>
                      <a:r>
                        <a:rPr lang="en-IN" sz="1000" cap="none" spc="0" dirty="0">
                          <a:solidFill>
                            <a:schemeClr val="bg1"/>
                          </a:solidFill>
                        </a:rPr>
                        <a:t> ~10–15 FPS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6358"/>
                  </a:ext>
                </a:extLst>
              </a:tr>
              <a:tr h="421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Accuracy (WIDER FACE)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Detection performance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000" b="1" cap="none" spc="0">
                          <a:solidFill>
                            <a:schemeClr val="bg1"/>
                          </a:solidFill>
                        </a:rPr>
                        <a:t>Easy 89.1, Medium 87.9, Hard 80.4</a:t>
                      </a:r>
                      <a:endParaRPr lang="nn-NO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Comparable to </a:t>
                      </a:r>
                      <a:r>
                        <a:rPr lang="en-US" sz="10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US" sz="1000" cap="none" spc="0" dirty="0">
                          <a:solidFill>
                            <a:schemeClr val="bg1"/>
                          </a:solidFill>
                        </a:rPr>
                        <a:t>; much faster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08105"/>
                  </a:ext>
                </a:extLst>
              </a:tr>
              <a:tr h="421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4K Face Performance</a:t>
                      </a:r>
                      <a:endParaRPr lang="en-IN" sz="1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Real-world high-resolution detection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cap="none" spc="0">
                          <a:solidFill>
                            <a:schemeClr val="bg1"/>
                          </a:solidFill>
                        </a:rPr>
                        <a:t>65.4% AP</a:t>
                      </a:r>
                      <a:r>
                        <a:rPr lang="en-IN" sz="1000" cap="none" spc="0">
                          <a:solidFill>
                            <a:schemeClr val="bg1"/>
                          </a:solidFill>
                        </a:rPr>
                        <a:t> on 4K-Face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cap="none" spc="0" dirty="0" err="1">
                          <a:solidFill>
                            <a:schemeClr val="bg1"/>
                          </a:solidFill>
                        </a:rPr>
                        <a:t>RetinaFace</a:t>
                      </a:r>
                      <a:r>
                        <a:rPr lang="en-IN" sz="1000" cap="none" spc="0" dirty="0">
                          <a:solidFill>
                            <a:schemeClr val="bg1"/>
                          </a:solidFill>
                        </a:rPr>
                        <a:t> &amp; </a:t>
                      </a:r>
                      <a:r>
                        <a:rPr lang="en-IN" sz="1000" cap="none" spc="0" dirty="0" err="1">
                          <a:solidFill>
                            <a:schemeClr val="bg1"/>
                          </a:solidFill>
                        </a:rPr>
                        <a:t>UnitBox</a:t>
                      </a:r>
                      <a:r>
                        <a:rPr lang="en-IN" sz="1000" cap="none" spc="0" dirty="0">
                          <a:solidFill>
                            <a:schemeClr val="bg1"/>
                          </a:solidFill>
                        </a:rPr>
                        <a:t> significantly drop on extreme scales</a:t>
                      </a:r>
                    </a:p>
                  </a:txBody>
                  <a:tcPr marL="47898" marR="35013" marT="75958" marB="1026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47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9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96821-5B2A-DDFC-FC9C-AA265A81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7EE2B-FECF-814C-9A23-78D2BD21B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Hardware and software details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FB024-840B-0871-1682-D621F8B9F2CB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C0755-FE11-BB67-B722-5ED8A6C1CE20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9C9382A-373B-857F-637E-456FD3A514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224621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5163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BF7D3-EC05-1887-FF7D-755F378F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466A536-8CFD-A069-4FC9-5369BAAAA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F314DC-A5AC-0785-0B06-416938366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6B0E7-0009-5E12-4E4B-118713B50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27C36-59D5-C315-11D0-97BBF360D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7CAF3-C71D-BC65-6F73-11FAD48D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92555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6338E-83E6-C3BA-713E-2D2F60F93441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CF35E-29A3-4AF6-9371-0981B7740D17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4DBCDDB-27E3-B573-9C22-31613278A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6205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183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7DA4F-AB09-ED7E-CDCF-127C3C23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AAEE024-7FFD-CDEC-0E3B-807290466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E5DB4-7142-6EE8-976D-86A1C1288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F06DEF-2558-632B-2217-4F4C9C1D0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E7B6A6-AC2F-471E-45BD-23A9A2D24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76CC9-F5F8-31BF-FDAD-2A60A45A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92555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Challenge’s Faced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F44F3-D49B-C46A-2CCA-5354D7EAD843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9CE8E-4692-60E7-2663-EA73C100ADB4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EEBA64A-19C2-3EB6-EEEF-0BF8F1DBAB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90516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785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F9B7B-8D7A-F940-2E6E-EA436A32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A47FD07-06F3-81DB-0124-1682F84E8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EC183F-EC0C-035C-08F6-ED7E3F7A5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EDEDF5-5469-AB04-40FC-1439E54F8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2B020F-80C9-EDBB-9F08-BBF733EF7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5AAE7-4630-0F14-589A-080C8BEB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92555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Results &amp;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9C3A9-9B7D-B532-2C14-700895B747C0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69A68-9479-1016-1B6F-041B7DC24438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B69FE1-8A3F-BE20-7244-C7D07931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798" y="2079162"/>
            <a:ext cx="5416559" cy="412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9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5937C-36EE-9AA3-4285-71091875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90866B-66B0-FECF-2B16-976FF90E3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C4F930-EA36-127B-B2B7-D1FA05904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E5FCD9-7AC2-6A6F-C488-30199BDCA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AFFCB4-B548-0C0C-482A-FB94A0452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1BA97-5C26-AE2B-066F-7EE81303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9255515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C6D76-6257-56C4-2C1E-90DAF9DD6348}"/>
              </a:ext>
            </a:extLst>
          </p:cNvPr>
          <p:cNvSpPr txBox="1"/>
          <p:nvPr/>
        </p:nvSpPr>
        <p:spPr>
          <a:xfrm>
            <a:off x="838200" y="36576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A7885-795F-A9E2-DB99-9A333ACC5940}"/>
              </a:ext>
            </a:extLst>
          </p:cNvPr>
          <p:cNvSpPr txBox="1"/>
          <p:nvPr/>
        </p:nvSpPr>
        <p:spPr>
          <a:xfrm>
            <a:off x="838200" y="502920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4E69B4-FCC4-C77C-F7BE-BF3C3C660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18225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62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08D46-6571-E233-C19A-8D3A4BA6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Thank You!</a:t>
            </a:r>
            <a:endParaRPr lang="en-US" sz="4000" dirty="0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A66B9918-AF46-BBAE-81F0-8943B93D4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C674-5240-B5B6-6346-45C2EECC7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Any Questions?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Graphic 8" descr="Questions">
            <a:extLst>
              <a:ext uri="{FF2B5EF4-FFF2-40B4-BE49-F238E27FC236}">
                <a16:creationId xmlns:a16="http://schemas.microsoft.com/office/drawing/2014/main" id="{80AA6C43-516E-4F23-B988-E4F7FCE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1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1174</Words>
  <Application>Microsoft Office PowerPoint</Application>
  <PresentationFormat>Widescreen</PresentationFormat>
  <Paragraphs>169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Smart Doorbell</vt:lpstr>
      <vt:lpstr>The Challenge: Traditional doorbells only alert homeowners of visitors but provide no identification or context about who is at the door.</vt:lpstr>
      <vt:lpstr>Primary Goal: Deploying a lightweight ML-based (YuNet+Sface recognition system) on Raspberry Pi that can identify known household members and detect unknown visitors in real-time. </vt:lpstr>
      <vt:lpstr>System Architecture</vt:lpstr>
      <vt:lpstr>Real-Time Recognition Pipeline</vt:lpstr>
      <vt:lpstr>Why Yunet</vt:lpstr>
      <vt:lpstr>Why SFace</vt:lpstr>
      <vt:lpstr>Hardware and software details</vt:lpstr>
      <vt:lpstr>Key Features</vt:lpstr>
      <vt:lpstr>Challenge’s Faced</vt:lpstr>
      <vt:lpstr>Results &amp; Demo</vt:lpstr>
      <vt:lpstr>Future Enhancements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Kodali</dc:creator>
  <cp:lastModifiedBy>Indra Murala</cp:lastModifiedBy>
  <cp:revision>13</cp:revision>
  <dcterms:created xsi:type="dcterms:W3CDTF">2025-12-03T22:14:20Z</dcterms:created>
  <dcterms:modified xsi:type="dcterms:W3CDTF">2025-12-04T11:21:19Z</dcterms:modified>
</cp:coreProperties>
</file>